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14748252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119" d="100"/>
          <a:sy n="119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17A86C-5A03-0848-B949-F9A80F93261C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71E7A-D51E-D549-97D3-D198E99DEA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747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, 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368B8A-B8FA-06EC-E6D8-DF0F60F2EF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871345"/>
            <a:ext cx="5048063" cy="1555148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512820"/>
            <a:ext cx="5048063" cy="228600"/>
          </a:xfrm>
          <a:noFill/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9E2B63B-5B68-90B7-7A62-17A839591C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1" y="4061400"/>
            <a:ext cx="5048090" cy="4572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/>
              <a:t>Speaker Name</a:t>
            </a:r>
          </a:p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/>
              <a:t>Speaker Title placeholder, @social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80638510-2998-9359-2A51-B0CA834B62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676458"/>
            <a:ext cx="5047270" cy="459455"/>
          </a:xfrm>
          <a:noFill/>
        </p:spPr>
        <p:txBody>
          <a:bodyPr anchor="t" anchorCtr="0"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4643" y="6360518"/>
            <a:ext cx="3906838" cy="497482"/>
          </a:xfrm>
          <a:noFill/>
        </p:spPr>
        <p:txBody>
          <a:bodyPr/>
          <a:lstStyle>
            <a:lvl1pPr marL="0" indent="0" algn="l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3" name="Graphic 21">
            <a:extLst>
              <a:ext uri="{FF2B5EF4-FFF2-40B4-BE49-F238E27FC236}">
                <a16:creationId xmlns:a16="http://schemas.microsoft.com/office/drawing/2014/main" id="{0B51E088-9CCC-0F69-112A-CEC9A65FA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6107248" y="781243"/>
            <a:ext cx="5303520" cy="5303520"/>
          </a:xfrm>
          <a:custGeom>
            <a:avLst/>
            <a:gdLst>
              <a:gd name="connsiteX0" fmla="*/ 5291567 w 5291566"/>
              <a:gd name="connsiteY0" fmla="*/ 2645783 h 5291566"/>
              <a:gd name="connsiteX1" fmla="*/ 2645783 w 5291566"/>
              <a:gd name="connsiteY1" fmla="*/ 5291567 h 5291566"/>
              <a:gd name="connsiteX2" fmla="*/ 0 w 5291566"/>
              <a:gd name="connsiteY2" fmla="*/ 2645783 h 5291566"/>
              <a:gd name="connsiteX3" fmla="*/ 2645783 w 5291566"/>
              <a:gd name="connsiteY3" fmla="*/ 0 h 5291566"/>
              <a:gd name="connsiteX4" fmla="*/ 5291567 w 5291566"/>
              <a:gd name="connsiteY4" fmla="*/ 2645783 h 529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1566" h="5291566">
                <a:moveTo>
                  <a:pt x="5291567" y="2645783"/>
                </a:moveTo>
                <a:cubicBezTo>
                  <a:pt x="5291567" y="4107009"/>
                  <a:pt x="4107009" y="5291567"/>
                  <a:pt x="2645783" y="5291567"/>
                </a:cubicBezTo>
                <a:cubicBezTo>
                  <a:pt x="1184557" y="5291567"/>
                  <a:pt x="0" y="4107009"/>
                  <a:pt x="0" y="2645783"/>
                </a:cubicBezTo>
                <a:cubicBezTo>
                  <a:pt x="0" y="1184557"/>
                  <a:pt x="1184557" y="0"/>
                  <a:pt x="2645783" y="0"/>
                </a:cubicBezTo>
                <a:cubicBezTo>
                  <a:pt x="4107009" y="0"/>
                  <a:pt x="5291567" y="1184557"/>
                  <a:pt x="5291567" y="2645783"/>
                </a:cubicBezTo>
                <a:close/>
              </a:path>
            </a:pathLst>
          </a:custGeom>
          <a:solidFill>
            <a:schemeClr val="tx1"/>
          </a:solidFill>
          <a:ln w="50800" cap="flat">
            <a:gradFill flip="none" rotWithShape="1">
              <a:gsLst>
                <a:gs pos="0">
                  <a:srgbClr val="3070E5"/>
                </a:gs>
                <a:gs pos="35000">
                  <a:srgbClr val="1ABBE9"/>
                </a:gs>
                <a:gs pos="43000">
                  <a:srgbClr val="1ABBE9"/>
                </a:gs>
                <a:gs pos="60000">
                  <a:srgbClr val="FD017F"/>
                </a:gs>
                <a:gs pos="100000">
                  <a:srgbClr val="FCA601"/>
                </a:gs>
              </a:gsLst>
              <a:lin ang="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81171" y="3181936"/>
            <a:ext cx="955675" cy="50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, Two Speak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FAB65E-774E-7C2F-9733-CE6410F8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60471"/>
            <a:ext cx="10888663" cy="435134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18122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82746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436086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99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, Four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368B8A-B8FA-06EC-E6D8-DF0F60F2EF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244600"/>
            <a:ext cx="5048063" cy="1555148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2886075"/>
            <a:ext cx="5048063" cy="228600"/>
          </a:xfrm>
          <a:noFill/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9E2B63B-5B68-90B7-7A62-17A839591C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1" y="3428789"/>
            <a:ext cx="5048090" cy="4572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/>
              <a:t>Speaker Name</a:t>
            </a:r>
          </a:p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/>
              <a:t>Speaker Title placeholder, @social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80638510-2998-9359-2A51-B0CA834B62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051300"/>
            <a:ext cx="5047270" cy="459455"/>
          </a:xfrm>
          <a:noFill/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0E61D1-59EB-7A86-0D12-9388193F45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49" y="4681134"/>
            <a:ext cx="5046663" cy="4572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 marL="182880" indent="0">
              <a:spcAft>
                <a:spcPts val="0"/>
              </a:spcAft>
              <a:buNone/>
              <a:defRPr sz="1400"/>
            </a:lvl2pPr>
            <a:lvl3pPr marL="365760" indent="0">
              <a:spcAft>
                <a:spcPts val="0"/>
              </a:spcAft>
              <a:buNone/>
              <a:defRPr sz="1200"/>
            </a:lvl3pPr>
            <a:lvl4pPr marL="548640" indent="0">
              <a:spcAft>
                <a:spcPts val="0"/>
              </a:spcAft>
              <a:buNone/>
              <a:defRPr sz="1100"/>
            </a:lvl4pPr>
            <a:lvl5pPr marL="731520" indent="0">
              <a:spcAft>
                <a:spcPts val="0"/>
              </a:spcAft>
              <a:buNone/>
              <a:defRPr sz="1050"/>
            </a:lvl5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Speaker Name</a:t>
            </a:r>
          </a:p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Speaker Title placeholder, @social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175C0FC-DD02-0704-8A17-1B3037F861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848" y="5306439"/>
            <a:ext cx="5046663" cy="4572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sz="1400"/>
            </a:lvl1pPr>
            <a:lvl2pPr marL="182880" indent="0">
              <a:buNone/>
              <a:defRPr sz="1200"/>
            </a:lvl2pPr>
            <a:lvl3pPr marL="365760" indent="0">
              <a:buNone/>
              <a:defRPr sz="1100"/>
            </a:lvl3pPr>
            <a:lvl4pPr marL="548640" indent="0">
              <a:buNone/>
              <a:defRPr sz="1050"/>
            </a:lvl4pPr>
            <a:lvl5pPr marL="731520" indent="0">
              <a:buNone/>
              <a:defRPr sz="1000"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4643" y="6360518"/>
            <a:ext cx="3906838" cy="497482"/>
          </a:xfrm>
          <a:noFill/>
        </p:spPr>
        <p:txBody>
          <a:bodyPr/>
          <a:lstStyle>
            <a:lvl1pPr marL="0" indent="0" algn="l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3" name="Graphic 21">
            <a:extLst>
              <a:ext uri="{FF2B5EF4-FFF2-40B4-BE49-F238E27FC236}">
                <a16:creationId xmlns:a16="http://schemas.microsoft.com/office/drawing/2014/main" id="{0B51E088-9CCC-0F69-112A-CEC9A65FA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6107248" y="781243"/>
            <a:ext cx="5303520" cy="5303520"/>
          </a:xfrm>
          <a:custGeom>
            <a:avLst/>
            <a:gdLst>
              <a:gd name="connsiteX0" fmla="*/ 5291567 w 5291566"/>
              <a:gd name="connsiteY0" fmla="*/ 2645783 h 5291566"/>
              <a:gd name="connsiteX1" fmla="*/ 2645783 w 5291566"/>
              <a:gd name="connsiteY1" fmla="*/ 5291567 h 5291566"/>
              <a:gd name="connsiteX2" fmla="*/ 0 w 5291566"/>
              <a:gd name="connsiteY2" fmla="*/ 2645783 h 5291566"/>
              <a:gd name="connsiteX3" fmla="*/ 2645783 w 5291566"/>
              <a:gd name="connsiteY3" fmla="*/ 0 h 5291566"/>
              <a:gd name="connsiteX4" fmla="*/ 5291567 w 5291566"/>
              <a:gd name="connsiteY4" fmla="*/ 2645783 h 529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1566" h="5291566">
                <a:moveTo>
                  <a:pt x="5291567" y="2645783"/>
                </a:moveTo>
                <a:cubicBezTo>
                  <a:pt x="5291567" y="4107009"/>
                  <a:pt x="4107009" y="5291567"/>
                  <a:pt x="2645783" y="5291567"/>
                </a:cubicBezTo>
                <a:cubicBezTo>
                  <a:pt x="1184557" y="5291567"/>
                  <a:pt x="0" y="4107009"/>
                  <a:pt x="0" y="2645783"/>
                </a:cubicBezTo>
                <a:cubicBezTo>
                  <a:pt x="0" y="1184557"/>
                  <a:pt x="1184557" y="0"/>
                  <a:pt x="2645783" y="0"/>
                </a:cubicBezTo>
                <a:cubicBezTo>
                  <a:pt x="4107009" y="0"/>
                  <a:pt x="5291567" y="1184557"/>
                  <a:pt x="5291567" y="2645783"/>
                </a:cubicBezTo>
                <a:close/>
              </a:path>
            </a:pathLst>
          </a:custGeom>
          <a:solidFill>
            <a:schemeClr val="tx1"/>
          </a:solidFill>
          <a:ln w="50800" cap="flat">
            <a:gradFill flip="none" rotWithShape="1">
              <a:gsLst>
                <a:gs pos="0">
                  <a:srgbClr val="3070E5"/>
                </a:gs>
                <a:gs pos="35000">
                  <a:srgbClr val="1ABBE9"/>
                </a:gs>
                <a:gs pos="43000">
                  <a:srgbClr val="1ABBE9"/>
                </a:gs>
                <a:gs pos="60000">
                  <a:srgbClr val="FD017F"/>
                </a:gs>
                <a:gs pos="100000">
                  <a:srgbClr val="FCA601"/>
                </a:gs>
              </a:gsLst>
              <a:lin ang="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/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81171" y="3181936"/>
            <a:ext cx="955675" cy="50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728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, Four Speak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FAB65E-774E-7C2F-9733-CE6410F8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60471"/>
            <a:ext cx="10888663" cy="435134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280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, Four Speak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23850" y="320675"/>
            <a:ext cx="792163" cy="41622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492374"/>
            <a:ext cx="10167938" cy="1243019"/>
          </a:xfrm>
        </p:spPr>
        <p:txBody>
          <a:bodyPr anchor="b" anchorCtr="0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Slide Title Layout 3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49" y="3827463"/>
            <a:ext cx="1016793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72EFECA-80DB-74BA-813F-3952A15A50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0688" y="4360863"/>
            <a:ext cx="4886325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990779"/>
            <a:ext cx="3725863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BBB47F0-F6D2-5FD5-1C2D-8963A9B280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8" y="4990779"/>
            <a:ext cx="4886325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249956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1, 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18122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82746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436086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071503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2, Four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651029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3, Six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989D1F9-5949-EAFF-931D-8121D6A66A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50" y="4986338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3D1ACE7D-3D09-2D50-1C06-DBAD3893A9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30687" y="4986338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116618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A470DCA-01D3-75CC-4B81-AF6AC1F46C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274955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66DE8E-18DA-4564-080D-AD4F9F492D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08588" y="296863"/>
            <a:ext cx="550862" cy="365125"/>
          </a:xfrm>
        </p:spPr>
        <p:txBody>
          <a:bodyPr vert="horz" lIns="0" tIns="0" rIns="0" bIns="0" rtlCol="0" anchor="t" anchorCtr="0"/>
          <a:lstStyle>
            <a:lvl1pPr marL="0" indent="0">
              <a:lnSpc>
                <a:spcPct val="90000"/>
              </a:lnSpc>
              <a:buNone/>
              <a:defRPr kumimoji="0" lang="en-US" sz="3200" b="0" i="0" u="none" strike="noStrike" cap="none" spc="27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uLnTx/>
                <a:uFillTx/>
                <a:latin typeface="+mj-lt"/>
                <a:cs typeface="CiscoSansTT" panose="020B0503020201020303"/>
              </a:defRPr>
            </a:lvl1pPr>
          </a:lstStyle>
          <a:p>
            <a:pPr marL="0" lvl="0" algn="r" defTabSz="914400" latinLnBrk="0"/>
            <a:r>
              <a:rPr lang="en-US"/>
              <a:t>##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21C779-BAEC-654A-5E9A-684AEBA7E3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4900" y="296863"/>
            <a:ext cx="5683250" cy="365125"/>
          </a:xfrm>
          <a:noFill/>
        </p:spPr>
        <p:txBody>
          <a:bodyPr anchor="t" anchorCtr="0"/>
          <a:lstStyle>
            <a:lvl1pPr marL="0" indent="0" algn="l" defTabSz="912276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000"/>
              </a:spcAft>
              <a:buClrTx/>
              <a:buSzPct val="70000"/>
              <a:buFont typeface="Arial" panose="020B0604020202020204" pitchFamily="34" charset="0"/>
              <a:buNone/>
              <a:defRPr lang="en-US" sz="3200" b="0" i="0" u="none" kern="1200" dirty="0">
                <a:solidFill>
                  <a:schemeClr val="bg1"/>
                </a:solidFill>
                <a:latin typeface="+mj-lt"/>
                <a:ea typeface="CiscoSansTT Thin" charset="0"/>
                <a:cs typeface="CiscoSansTT Thin" charset="0"/>
              </a:defRPr>
            </a:lvl1pPr>
          </a:lstStyle>
          <a:p>
            <a:pPr lvl="0"/>
            <a:r>
              <a:rPr lang="en-US"/>
              <a:t>Agenda list placeholder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37F1A5-67B6-4A78-7FA7-0860E1B6F9B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200302-2202-F22C-D162-871BF904F46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775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812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Top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EFB629D-1461-3E6E-194F-1E2781C5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4703763" cy="9464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2D1E1-C16C-597A-29F4-4F0B590395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84900" y="320675"/>
            <a:ext cx="5683250" cy="923925"/>
          </a:xfrm>
        </p:spPr>
        <p:txBody>
          <a:bodyPr/>
          <a:lstStyle>
            <a:lvl1pPr marL="0" indent="0">
              <a:buNone/>
              <a:defRPr sz="1800" b="0"/>
            </a:lvl1pPr>
            <a:lvl2pPr marL="182880" indent="0">
              <a:buNone/>
              <a:defRPr sz="1600" b="0"/>
            </a:lvl2pPr>
            <a:lvl3pPr marL="365760" indent="0">
              <a:buNone/>
              <a:defRPr sz="1400" b="0"/>
            </a:lvl3pPr>
            <a:lvl4pPr marL="548640" indent="0">
              <a:buNone/>
              <a:defRPr sz="1200" b="0"/>
            </a:lvl4pPr>
            <a:lvl5pPr marL="731520" indent="0">
              <a:buNone/>
              <a:defRPr sz="1100" b="0"/>
            </a:lvl5pPr>
          </a:lstStyle>
          <a:p>
            <a:pPr lvl="0"/>
            <a:r>
              <a:rPr lang="en-US"/>
              <a:t>Subheading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99622-5FA2-FEEE-3C33-0A896ADDB12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633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29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A259C3D-581C-B8BC-32B4-EE2B22A753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1114425"/>
            <a:ext cx="5772150" cy="441325"/>
          </a:xfrm>
        </p:spPr>
        <p:txBody>
          <a:bodyPr/>
          <a:lstStyle>
            <a:lvl1pPr marL="0" indent="0">
              <a:buNone/>
              <a:defRPr sz="160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53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76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Section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85467-C0DB-C17E-5173-C6C6A323A1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0"/>
            <a:ext cx="5772150" cy="466342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100"/>
            </a:lvl2pPr>
            <a:lvl3pPr marL="365760" indent="0">
              <a:buNone/>
              <a:defRPr sz="1050"/>
            </a:lvl3pPr>
            <a:lvl4pPr marL="548640" indent="0">
              <a:buNone/>
              <a:defRPr sz="1000"/>
            </a:lvl4pPr>
            <a:lvl5pPr marL="731520" indent="0">
              <a:buNone/>
              <a:defRPr sz="900"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5281613" cy="1247775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62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Section,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5376922-1A18-EB35-1718-708DF44FBF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0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200"/>
            </a:lvl2pPr>
            <a:lvl3pPr marL="365760" indent="0">
              <a:buNone/>
              <a:defRPr sz="1200"/>
            </a:lvl3pPr>
            <a:lvl4pPr marL="548640" indent="0">
              <a:buNone/>
              <a:defRPr sz="1200"/>
            </a:lvl4pPr>
            <a:lvl5pPr marL="731520" indent="0">
              <a:buNone/>
              <a:defRPr sz="1200"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729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Body Cop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125826-3231-68F4-7FEE-8A01F6F42B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81774" y="1244600"/>
            <a:ext cx="5286375" cy="4367213"/>
          </a:xfrm>
        </p:spPr>
        <p:txBody>
          <a:bodyPr anchor="ctr" anchorCtr="0"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25009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Section, Title, Body Cop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125826-3231-68F4-7FEE-8A01F6F42B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81774" y="1244600"/>
            <a:ext cx="5286375" cy="4367213"/>
          </a:xfrm>
        </p:spPr>
        <p:txBody>
          <a:bodyPr anchor="ctr" anchorCtr="0"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3B0377C-E9B5-910F-ED3D-37BEFE7948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0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200"/>
            </a:lvl2pPr>
            <a:lvl3pPr marL="365760" indent="0">
              <a:buNone/>
              <a:defRPr sz="1200"/>
            </a:lvl3pPr>
            <a:lvl4pPr marL="548640" indent="0">
              <a:buNone/>
              <a:defRPr sz="1200"/>
            </a:lvl4pPr>
            <a:lvl5pPr marL="731520" indent="0">
              <a:buNone/>
              <a:defRPr sz="1200"/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45351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41A00D0-7712-950D-34B2-5551B85F9E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23850" y="952500"/>
            <a:ext cx="11544300" cy="51228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5477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2 Columns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3851" y="2492376"/>
            <a:ext cx="5486400" cy="1868488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1751" y="2494756"/>
            <a:ext cx="5486400" cy="1868488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04508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3851" y="2492376"/>
            <a:ext cx="5486400" cy="1868488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1751" y="2494756"/>
            <a:ext cx="5486400" cy="1868488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2465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48" y="2179638"/>
            <a:ext cx="347472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58639" y="2179638"/>
            <a:ext cx="347472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93430" y="2181225"/>
            <a:ext cx="347472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76902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200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1107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72014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DFF45C9-081C-CA2E-F4A7-8383A93B6B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92920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04865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20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1018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9016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DFF45C9-081C-CA2E-F4A7-8383A93B6B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47014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B7038BF-5DE9-94EF-1E39-92627DD8ACA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50120" y="2181225"/>
            <a:ext cx="2011680" cy="24939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1325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6862"/>
            <a:ext cx="5281613" cy="12588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FBFEB48-5190-C5F8-C046-27E12C0DAE6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07430" y="320675"/>
            <a:ext cx="5760720" cy="5759451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92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6862"/>
            <a:ext cx="7235825" cy="94773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FBFEB48-5190-C5F8-C046-27E12C0DAE6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40700" y="320675"/>
            <a:ext cx="3727450" cy="5759451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55448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56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6862"/>
            <a:ext cx="3328987" cy="12588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FBFEB48-5190-C5F8-C046-27E12C0DAE6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049713" y="320676"/>
            <a:ext cx="7818436" cy="5754688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27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3116793"/>
            <a:ext cx="5284788" cy="12461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03A889C-4BCD-59AA-132B-C3FD4F8E65F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84901" y="795338"/>
            <a:ext cx="5284788" cy="5284788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239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Slide Title, Section, Body, 2/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622300"/>
            <a:ext cx="3328989" cy="15589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653D0B-638B-EB5D-F379-EF10C80DCC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51" y="3429000"/>
            <a:ext cx="3328988" cy="2646363"/>
          </a:xfrm>
        </p:spPr>
        <p:txBody>
          <a:bodyPr anchor="b" anchorCtr="0"/>
          <a:lstStyle>
            <a:lvl1pPr marL="0" indent="0">
              <a:buNone/>
              <a:defRPr sz="160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798C8AA3-6350-A299-E288-D693A8EC893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049713" y="622300"/>
            <a:ext cx="7818436" cy="5453063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Section, Title 1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85467-C0DB-C17E-5173-C6C6A323A1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0"/>
            <a:ext cx="5772150" cy="466342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100"/>
            </a:lvl2pPr>
            <a:lvl3pPr marL="365760" indent="0">
              <a:buNone/>
              <a:defRPr sz="1050"/>
            </a:lvl3pPr>
            <a:lvl4pPr marL="548640" indent="0">
              <a:buNone/>
              <a:defRPr sz="1000"/>
            </a:lvl4pPr>
            <a:lvl5pPr marL="731520" indent="0">
              <a:buNone/>
              <a:defRPr sz="900"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5281613" cy="1247775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2739B37-658D-FBF5-94C3-66EECB73F7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320675"/>
            <a:ext cx="5766436" cy="5754687"/>
          </a:xfrm>
          <a:prstGeom prst="roundRect">
            <a:avLst>
              <a:gd name="adj" fmla="val 1714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/>
              <a:t>To add your image, </a:t>
            </a:r>
            <a:br>
              <a:rPr lang="en-US"/>
            </a:br>
            <a:r>
              <a:rPr lang="en-US"/>
              <a:t>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924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23850" y="952500"/>
            <a:ext cx="11544300" cy="5122863"/>
          </a:xfrm>
          <a:prstGeom prst="roundRect">
            <a:avLst>
              <a:gd name="adj" fmla="val 1503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</p:spTree>
    <p:extLst>
      <p:ext uri="{BB962C8B-B14F-4D97-AF65-F5344CB8AC3E}">
        <p14:creationId xmlns:p14="http://schemas.microsoft.com/office/powerpoint/2010/main" val="2928343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1154430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99D23610-D323-6271-753B-C40A3678BD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3850" y="1244600"/>
            <a:ext cx="11544300" cy="4830763"/>
          </a:xfrm>
          <a:prstGeom prst="roundRect">
            <a:avLst>
              <a:gd name="adj" fmla="val 1897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04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170B322-9DD5-07FB-D258-3DA95EF8E7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3850" y="1244600"/>
            <a:ext cx="11544300" cy="4830763"/>
          </a:xfrm>
          <a:prstGeom prst="roundRect">
            <a:avLst>
              <a:gd name="adj" fmla="val 1897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07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68980-BFE5-40AF-63BF-9DB031B379C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7B9760-CDAA-BC58-F236-F1837F40C2D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078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,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2" y="4540250"/>
            <a:ext cx="10747375" cy="1071563"/>
          </a:xfrm>
        </p:spPr>
        <p:txBody>
          <a:bodyPr anchor="b" anchorCtr="0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3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Section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97038" y="-7937"/>
            <a:ext cx="8794750" cy="466344"/>
          </a:xfrm>
        </p:spPr>
        <p:txBody>
          <a:bodyPr anchor="b" anchorCtr="0"/>
          <a:lstStyle>
            <a:lvl1pPr marL="0" indent="0" algn="ctr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857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Section,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97038" y="-7937"/>
            <a:ext cx="8794750" cy="466344"/>
          </a:xfrm>
        </p:spPr>
        <p:txBody>
          <a:bodyPr anchor="b" anchorCtr="0"/>
          <a:lstStyle>
            <a:lvl1pPr marL="0" indent="0" algn="ctr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125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per 2/3 Photo, Section,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4675188"/>
          </a:xfrm>
          <a:prstGeom prst="roundRect">
            <a:avLst>
              <a:gd name="adj" fmla="val 0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/>
              <a:t>To add your image, drag and drop it here </a:t>
            </a:r>
            <a:br>
              <a:rPr lang="en-US"/>
            </a:br>
            <a:r>
              <a:rPr lang="en-US"/>
              <a:t>or click the icon below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-7937"/>
            <a:ext cx="8612188" cy="466344"/>
          </a:xfrm>
        </p:spPr>
        <p:txBody>
          <a:bodyPr anchor="b" anchorCtr="0"/>
          <a:lstStyle>
            <a:lvl1pPr marL="0" indent="0" algn="l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5003800"/>
            <a:ext cx="8612188" cy="107156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30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4" descr="Quotation Mark">
            <a:extLst>
              <a:ext uri="{FF2B5EF4-FFF2-40B4-BE49-F238E27FC236}">
                <a16:creationId xmlns:a16="http://schemas.microsoft.com/office/drawing/2014/main" id="{4B52BC46-48EA-B916-39B5-C5FF3FB612BC}"/>
              </a:ext>
            </a:extLst>
          </p:cNvPr>
          <p:cNvSpPr/>
          <p:nvPr/>
        </p:nvSpPr>
        <p:spPr>
          <a:xfrm>
            <a:off x="5731161" y="1132840"/>
            <a:ext cx="516694" cy="416701"/>
          </a:xfrm>
          <a:custGeom>
            <a:avLst/>
            <a:gdLst>
              <a:gd name="connsiteX0" fmla="*/ 418890 w 728197"/>
              <a:gd name="connsiteY0" fmla="*/ 587273 h 587273"/>
              <a:gd name="connsiteX1" fmla="*/ 383998 w 728197"/>
              <a:gd name="connsiteY1" fmla="*/ 552884 h 587273"/>
              <a:gd name="connsiteX2" fmla="*/ 383998 w 728197"/>
              <a:gd name="connsiteY2" fmla="*/ 552793 h 587273"/>
              <a:gd name="connsiteX3" fmla="*/ 383998 w 728197"/>
              <a:gd name="connsiteY3" fmla="*/ 367917 h 587273"/>
              <a:gd name="connsiteX4" fmla="*/ 513570 w 728197"/>
              <a:gd name="connsiteY4" fmla="*/ 79508 h 587273"/>
              <a:gd name="connsiteX5" fmla="*/ 728198 w 728197"/>
              <a:gd name="connsiteY5" fmla="*/ 0 h 587273"/>
              <a:gd name="connsiteX6" fmla="*/ 728198 w 728197"/>
              <a:gd name="connsiteY6" fmla="*/ 134713 h 587273"/>
              <a:gd name="connsiteX7" fmla="*/ 583354 w 728197"/>
              <a:gd name="connsiteY7" fmla="*/ 316104 h 587273"/>
              <a:gd name="connsiteX8" fmla="*/ 658414 w 728197"/>
              <a:gd name="connsiteY8" fmla="*/ 316104 h 587273"/>
              <a:gd name="connsiteX9" fmla="*/ 693398 w 728197"/>
              <a:gd name="connsiteY9" fmla="*/ 350585 h 587273"/>
              <a:gd name="connsiteX10" fmla="*/ 693398 w 728197"/>
              <a:gd name="connsiteY10" fmla="*/ 350677 h 587273"/>
              <a:gd name="connsiteX11" fmla="*/ 693398 w 728197"/>
              <a:gd name="connsiteY11" fmla="*/ 552426 h 587273"/>
              <a:gd name="connsiteX12" fmla="*/ 658599 w 728197"/>
              <a:gd name="connsiteY12" fmla="*/ 586907 h 587273"/>
              <a:gd name="connsiteX13" fmla="*/ 658506 w 728197"/>
              <a:gd name="connsiteY13" fmla="*/ 586907 h 587273"/>
              <a:gd name="connsiteX14" fmla="*/ 34892 w 728197"/>
              <a:gd name="connsiteY14" fmla="*/ 587273 h 587273"/>
              <a:gd name="connsiteX15" fmla="*/ 0 w 728197"/>
              <a:gd name="connsiteY15" fmla="*/ 552884 h 587273"/>
              <a:gd name="connsiteX16" fmla="*/ 0 w 728197"/>
              <a:gd name="connsiteY16" fmla="*/ 552793 h 587273"/>
              <a:gd name="connsiteX17" fmla="*/ 0 w 728197"/>
              <a:gd name="connsiteY17" fmla="*/ 367917 h 587273"/>
              <a:gd name="connsiteX18" fmla="*/ 129573 w 728197"/>
              <a:gd name="connsiteY18" fmla="*/ 79508 h 587273"/>
              <a:gd name="connsiteX19" fmla="*/ 344200 w 728197"/>
              <a:gd name="connsiteY19" fmla="*/ 0 h 587273"/>
              <a:gd name="connsiteX20" fmla="*/ 344200 w 728197"/>
              <a:gd name="connsiteY20" fmla="*/ 134713 h 587273"/>
              <a:gd name="connsiteX21" fmla="*/ 198986 w 728197"/>
              <a:gd name="connsiteY21" fmla="*/ 316104 h 587273"/>
              <a:gd name="connsiteX22" fmla="*/ 274046 w 728197"/>
              <a:gd name="connsiteY22" fmla="*/ 316104 h 587273"/>
              <a:gd name="connsiteX23" fmla="*/ 308938 w 728197"/>
              <a:gd name="connsiteY23" fmla="*/ 350677 h 587273"/>
              <a:gd name="connsiteX24" fmla="*/ 308938 w 728197"/>
              <a:gd name="connsiteY24" fmla="*/ 552426 h 587273"/>
              <a:gd name="connsiteX25" fmla="*/ 274138 w 728197"/>
              <a:gd name="connsiteY25" fmla="*/ 586907 h 587273"/>
              <a:gd name="connsiteX26" fmla="*/ 274046 w 728197"/>
              <a:gd name="connsiteY26" fmla="*/ 586907 h 58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28197" h="587273">
                <a:moveTo>
                  <a:pt x="418890" y="587273"/>
                </a:moveTo>
                <a:cubicBezTo>
                  <a:pt x="399670" y="587324"/>
                  <a:pt x="384048" y="571928"/>
                  <a:pt x="383998" y="552884"/>
                </a:cubicBezTo>
                <a:cubicBezTo>
                  <a:pt x="383998" y="552854"/>
                  <a:pt x="383998" y="552823"/>
                  <a:pt x="383998" y="552793"/>
                </a:cubicBezTo>
                <a:lnTo>
                  <a:pt x="383998" y="367917"/>
                </a:lnTo>
                <a:cubicBezTo>
                  <a:pt x="383998" y="240082"/>
                  <a:pt x="427189" y="143945"/>
                  <a:pt x="513570" y="79508"/>
                </a:cubicBezTo>
                <a:cubicBezTo>
                  <a:pt x="571693" y="35795"/>
                  <a:pt x="643235" y="9292"/>
                  <a:pt x="728198" y="0"/>
                </a:cubicBezTo>
                <a:lnTo>
                  <a:pt x="728198" y="134713"/>
                </a:lnTo>
                <a:cubicBezTo>
                  <a:pt x="631694" y="155439"/>
                  <a:pt x="583419" y="215902"/>
                  <a:pt x="583354" y="316104"/>
                </a:cubicBezTo>
                <a:lnTo>
                  <a:pt x="658414" y="316104"/>
                </a:lnTo>
                <a:cubicBezTo>
                  <a:pt x="677683" y="316054"/>
                  <a:pt x="693343" y="331491"/>
                  <a:pt x="693398" y="350585"/>
                </a:cubicBezTo>
                <a:cubicBezTo>
                  <a:pt x="693398" y="350615"/>
                  <a:pt x="693398" y="350646"/>
                  <a:pt x="693398" y="350677"/>
                </a:cubicBezTo>
                <a:lnTo>
                  <a:pt x="693398" y="552426"/>
                </a:lnTo>
                <a:cubicBezTo>
                  <a:pt x="693398" y="571469"/>
                  <a:pt x="677822" y="586907"/>
                  <a:pt x="658599" y="586907"/>
                </a:cubicBezTo>
                <a:cubicBezTo>
                  <a:pt x="658571" y="586907"/>
                  <a:pt x="658534" y="586907"/>
                  <a:pt x="658506" y="586907"/>
                </a:cubicBezTo>
                <a:close/>
                <a:moveTo>
                  <a:pt x="34892" y="587273"/>
                </a:moveTo>
                <a:cubicBezTo>
                  <a:pt x="15673" y="587324"/>
                  <a:pt x="51" y="571928"/>
                  <a:pt x="0" y="552884"/>
                </a:cubicBezTo>
                <a:cubicBezTo>
                  <a:pt x="0" y="552854"/>
                  <a:pt x="0" y="552823"/>
                  <a:pt x="0" y="552793"/>
                </a:cubicBezTo>
                <a:lnTo>
                  <a:pt x="0" y="367917"/>
                </a:lnTo>
                <a:cubicBezTo>
                  <a:pt x="0" y="240082"/>
                  <a:pt x="43191" y="143945"/>
                  <a:pt x="129573" y="79508"/>
                </a:cubicBezTo>
                <a:cubicBezTo>
                  <a:pt x="187695" y="35795"/>
                  <a:pt x="259238" y="9292"/>
                  <a:pt x="344200" y="0"/>
                </a:cubicBezTo>
                <a:lnTo>
                  <a:pt x="344200" y="134713"/>
                </a:lnTo>
                <a:cubicBezTo>
                  <a:pt x="247391" y="155439"/>
                  <a:pt x="198986" y="215902"/>
                  <a:pt x="198986" y="316104"/>
                </a:cubicBezTo>
                <a:lnTo>
                  <a:pt x="274046" y="316104"/>
                </a:lnTo>
                <a:cubicBezTo>
                  <a:pt x="293316" y="316104"/>
                  <a:pt x="308938" y="331583"/>
                  <a:pt x="308938" y="350677"/>
                </a:cubicBezTo>
                <a:lnTo>
                  <a:pt x="308938" y="552426"/>
                </a:lnTo>
                <a:cubicBezTo>
                  <a:pt x="308938" y="571469"/>
                  <a:pt x="293358" y="586907"/>
                  <a:pt x="274138" y="586907"/>
                </a:cubicBezTo>
                <a:cubicBezTo>
                  <a:pt x="274108" y="586907"/>
                  <a:pt x="274076" y="586907"/>
                  <a:pt x="274046" y="586907"/>
                </a:cubicBezTo>
                <a:close/>
              </a:path>
            </a:pathLst>
          </a:custGeom>
          <a:noFill/>
          <a:ln w="15875" cap="flat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270000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gradFill>
                <a:gsLst>
                  <a:gs pos="0">
                    <a:srgbClr val="009DE2"/>
                  </a:gs>
                  <a:gs pos="100000">
                    <a:schemeClr val="accent2"/>
                  </a:gs>
                </a:gsLst>
                <a:lin ang="2700000" scaled="1"/>
              </a:gra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7038" y="1876424"/>
            <a:ext cx="8794750" cy="2174875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/>
              <a:t>Quote slide 1, </a:t>
            </a:r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diam</a:t>
            </a:r>
            <a:r>
              <a:rPr lang="en-GB"/>
              <a:t> </a:t>
            </a:r>
            <a:r>
              <a:rPr lang="en-GB" err="1"/>
              <a:t>nonummy</a:t>
            </a:r>
            <a:r>
              <a:rPr lang="en-GB"/>
              <a:t> </a:t>
            </a:r>
            <a:r>
              <a:rPr lang="en-GB" err="1"/>
              <a:t>nibh</a:t>
            </a:r>
            <a:r>
              <a:rPr lang="en-GB"/>
              <a:t> </a:t>
            </a:r>
            <a:r>
              <a:rPr lang="en-GB" err="1"/>
              <a:t>euismod</a:t>
            </a:r>
            <a:r>
              <a:rPr lang="en-GB"/>
              <a:t> </a:t>
            </a:r>
            <a:r>
              <a:rPr lang="en-GB" err="1"/>
              <a:t>tincidunt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 dolore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7038" y="4360863"/>
            <a:ext cx="8794750" cy="625475"/>
          </a:xfrm>
        </p:spPr>
        <p:txBody>
          <a:bodyPr/>
          <a:lstStyle>
            <a:lvl1pPr marL="0" indent="0" algn="ctr">
              <a:lnSpc>
                <a:spcPct val="110000"/>
              </a:lnSpc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8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4" descr="Quotation Mark">
            <a:extLst>
              <a:ext uri="{FF2B5EF4-FFF2-40B4-BE49-F238E27FC236}">
                <a16:creationId xmlns:a16="http://schemas.microsoft.com/office/drawing/2014/main" id="{4B52BC46-48EA-B916-39B5-C5FF3FB612BC}"/>
              </a:ext>
            </a:extLst>
          </p:cNvPr>
          <p:cNvSpPr/>
          <p:nvPr/>
        </p:nvSpPr>
        <p:spPr>
          <a:xfrm>
            <a:off x="5731161" y="963295"/>
            <a:ext cx="516694" cy="416701"/>
          </a:xfrm>
          <a:custGeom>
            <a:avLst/>
            <a:gdLst>
              <a:gd name="connsiteX0" fmla="*/ 418890 w 728197"/>
              <a:gd name="connsiteY0" fmla="*/ 587273 h 587273"/>
              <a:gd name="connsiteX1" fmla="*/ 383998 w 728197"/>
              <a:gd name="connsiteY1" fmla="*/ 552884 h 587273"/>
              <a:gd name="connsiteX2" fmla="*/ 383998 w 728197"/>
              <a:gd name="connsiteY2" fmla="*/ 552793 h 587273"/>
              <a:gd name="connsiteX3" fmla="*/ 383998 w 728197"/>
              <a:gd name="connsiteY3" fmla="*/ 367917 h 587273"/>
              <a:gd name="connsiteX4" fmla="*/ 513570 w 728197"/>
              <a:gd name="connsiteY4" fmla="*/ 79508 h 587273"/>
              <a:gd name="connsiteX5" fmla="*/ 728198 w 728197"/>
              <a:gd name="connsiteY5" fmla="*/ 0 h 587273"/>
              <a:gd name="connsiteX6" fmla="*/ 728198 w 728197"/>
              <a:gd name="connsiteY6" fmla="*/ 134713 h 587273"/>
              <a:gd name="connsiteX7" fmla="*/ 583354 w 728197"/>
              <a:gd name="connsiteY7" fmla="*/ 316104 h 587273"/>
              <a:gd name="connsiteX8" fmla="*/ 658414 w 728197"/>
              <a:gd name="connsiteY8" fmla="*/ 316104 h 587273"/>
              <a:gd name="connsiteX9" fmla="*/ 693398 w 728197"/>
              <a:gd name="connsiteY9" fmla="*/ 350585 h 587273"/>
              <a:gd name="connsiteX10" fmla="*/ 693398 w 728197"/>
              <a:gd name="connsiteY10" fmla="*/ 350677 h 587273"/>
              <a:gd name="connsiteX11" fmla="*/ 693398 w 728197"/>
              <a:gd name="connsiteY11" fmla="*/ 552426 h 587273"/>
              <a:gd name="connsiteX12" fmla="*/ 658599 w 728197"/>
              <a:gd name="connsiteY12" fmla="*/ 586907 h 587273"/>
              <a:gd name="connsiteX13" fmla="*/ 658506 w 728197"/>
              <a:gd name="connsiteY13" fmla="*/ 586907 h 587273"/>
              <a:gd name="connsiteX14" fmla="*/ 34892 w 728197"/>
              <a:gd name="connsiteY14" fmla="*/ 587273 h 587273"/>
              <a:gd name="connsiteX15" fmla="*/ 0 w 728197"/>
              <a:gd name="connsiteY15" fmla="*/ 552884 h 587273"/>
              <a:gd name="connsiteX16" fmla="*/ 0 w 728197"/>
              <a:gd name="connsiteY16" fmla="*/ 552793 h 587273"/>
              <a:gd name="connsiteX17" fmla="*/ 0 w 728197"/>
              <a:gd name="connsiteY17" fmla="*/ 367917 h 587273"/>
              <a:gd name="connsiteX18" fmla="*/ 129573 w 728197"/>
              <a:gd name="connsiteY18" fmla="*/ 79508 h 587273"/>
              <a:gd name="connsiteX19" fmla="*/ 344200 w 728197"/>
              <a:gd name="connsiteY19" fmla="*/ 0 h 587273"/>
              <a:gd name="connsiteX20" fmla="*/ 344200 w 728197"/>
              <a:gd name="connsiteY20" fmla="*/ 134713 h 587273"/>
              <a:gd name="connsiteX21" fmla="*/ 198986 w 728197"/>
              <a:gd name="connsiteY21" fmla="*/ 316104 h 587273"/>
              <a:gd name="connsiteX22" fmla="*/ 274046 w 728197"/>
              <a:gd name="connsiteY22" fmla="*/ 316104 h 587273"/>
              <a:gd name="connsiteX23" fmla="*/ 308938 w 728197"/>
              <a:gd name="connsiteY23" fmla="*/ 350677 h 587273"/>
              <a:gd name="connsiteX24" fmla="*/ 308938 w 728197"/>
              <a:gd name="connsiteY24" fmla="*/ 552426 h 587273"/>
              <a:gd name="connsiteX25" fmla="*/ 274138 w 728197"/>
              <a:gd name="connsiteY25" fmla="*/ 586907 h 587273"/>
              <a:gd name="connsiteX26" fmla="*/ 274046 w 728197"/>
              <a:gd name="connsiteY26" fmla="*/ 586907 h 58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28197" h="587273">
                <a:moveTo>
                  <a:pt x="418890" y="587273"/>
                </a:moveTo>
                <a:cubicBezTo>
                  <a:pt x="399670" y="587324"/>
                  <a:pt x="384048" y="571928"/>
                  <a:pt x="383998" y="552884"/>
                </a:cubicBezTo>
                <a:cubicBezTo>
                  <a:pt x="383998" y="552854"/>
                  <a:pt x="383998" y="552823"/>
                  <a:pt x="383998" y="552793"/>
                </a:cubicBezTo>
                <a:lnTo>
                  <a:pt x="383998" y="367917"/>
                </a:lnTo>
                <a:cubicBezTo>
                  <a:pt x="383998" y="240082"/>
                  <a:pt x="427189" y="143945"/>
                  <a:pt x="513570" y="79508"/>
                </a:cubicBezTo>
                <a:cubicBezTo>
                  <a:pt x="571693" y="35795"/>
                  <a:pt x="643235" y="9292"/>
                  <a:pt x="728198" y="0"/>
                </a:cubicBezTo>
                <a:lnTo>
                  <a:pt x="728198" y="134713"/>
                </a:lnTo>
                <a:cubicBezTo>
                  <a:pt x="631694" y="155439"/>
                  <a:pt x="583419" y="215902"/>
                  <a:pt x="583354" y="316104"/>
                </a:cubicBezTo>
                <a:lnTo>
                  <a:pt x="658414" y="316104"/>
                </a:lnTo>
                <a:cubicBezTo>
                  <a:pt x="677683" y="316054"/>
                  <a:pt x="693343" y="331491"/>
                  <a:pt x="693398" y="350585"/>
                </a:cubicBezTo>
                <a:cubicBezTo>
                  <a:pt x="693398" y="350615"/>
                  <a:pt x="693398" y="350646"/>
                  <a:pt x="693398" y="350677"/>
                </a:cubicBezTo>
                <a:lnTo>
                  <a:pt x="693398" y="552426"/>
                </a:lnTo>
                <a:cubicBezTo>
                  <a:pt x="693398" y="571469"/>
                  <a:pt x="677822" y="586907"/>
                  <a:pt x="658599" y="586907"/>
                </a:cubicBezTo>
                <a:cubicBezTo>
                  <a:pt x="658571" y="586907"/>
                  <a:pt x="658534" y="586907"/>
                  <a:pt x="658506" y="586907"/>
                </a:cubicBezTo>
                <a:close/>
                <a:moveTo>
                  <a:pt x="34892" y="587273"/>
                </a:moveTo>
                <a:cubicBezTo>
                  <a:pt x="15673" y="587324"/>
                  <a:pt x="51" y="571928"/>
                  <a:pt x="0" y="552884"/>
                </a:cubicBezTo>
                <a:cubicBezTo>
                  <a:pt x="0" y="552854"/>
                  <a:pt x="0" y="552823"/>
                  <a:pt x="0" y="552793"/>
                </a:cubicBezTo>
                <a:lnTo>
                  <a:pt x="0" y="367917"/>
                </a:lnTo>
                <a:cubicBezTo>
                  <a:pt x="0" y="240082"/>
                  <a:pt x="43191" y="143945"/>
                  <a:pt x="129573" y="79508"/>
                </a:cubicBezTo>
                <a:cubicBezTo>
                  <a:pt x="187695" y="35795"/>
                  <a:pt x="259238" y="9292"/>
                  <a:pt x="344200" y="0"/>
                </a:cubicBezTo>
                <a:lnTo>
                  <a:pt x="344200" y="134713"/>
                </a:lnTo>
                <a:cubicBezTo>
                  <a:pt x="247391" y="155439"/>
                  <a:pt x="198986" y="215902"/>
                  <a:pt x="198986" y="316104"/>
                </a:cubicBezTo>
                <a:lnTo>
                  <a:pt x="274046" y="316104"/>
                </a:lnTo>
                <a:cubicBezTo>
                  <a:pt x="293316" y="316104"/>
                  <a:pt x="308938" y="331583"/>
                  <a:pt x="308938" y="350677"/>
                </a:cubicBezTo>
                <a:lnTo>
                  <a:pt x="308938" y="552426"/>
                </a:lnTo>
                <a:cubicBezTo>
                  <a:pt x="308938" y="571469"/>
                  <a:pt x="293358" y="586907"/>
                  <a:pt x="274138" y="586907"/>
                </a:cubicBezTo>
                <a:cubicBezTo>
                  <a:pt x="274108" y="586907"/>
                  <a:pt x="274076" y="586907"/>
                  <a:pt x="274046" y="586907"/>
                </a:cubicBezTo>
                <a:close/>
              </a:path>
            </a:pathLst>
          </a:custGeom>
          <a:noFill/>
          <a:ln w="158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7038" y="1706879"/>
            <a:ext cx="8794750" cy="2174875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/>
              <a:t>Quote slide 1, </a:t>
            </a:r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diam</a:t>
            </a:r>
            <a:r>
              <a:rPr lang="en-GB"/>
              <a:t> </a:t>
            </a:r>
            <a:r>
              <a:rPr lang="en-GB" err="1"/>
              <a:t>nonummy</a:t>
            </a:r>
            <a:r>
              <a:rPr lang="en-GB"/>
              <a:t> </a:t>
            </a:r>
            <a:r>
              <a:rPr lang="en-GB" err="1"/>
              <a:t>nibh</a:t>
            </a:r>
            <a:r>
              <a:rPr lang="en-GB"/>
              <a:t> </a:t>
            </a:r>
            <a:r>
              <a:rPr lang="en-GB" err="1"/>
              <a:t>euismod</a:t>
            </a:r>
            <a:r>
              <a:rPr lang="en-GB"/>
              <a:t> </a:t>
            </a:r>
            <a:r>
              <a:rPr lang="en-GB" err="1"/>
              <a:t>tincidunt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 dolore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7038" y="4191318"/>
            <a:ext cx="8794750" cy="625475"/>
          </a:xfrm>
        </p:spPr>
        <p:txBody>
          <a:bodyPr/>
          <a:lstStyle>
            <a:lvl1pPr marL="0" indent="0" algn="ctr">
              <a:lnSpc>
                <a:spcPct val="110000"/>
              </a:lnSpc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02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244600"/>
            <a:ext cx="5373688" cy="3167380"/>
          </a:xfrm>
        </p:spPr>
        <p:txBody>
          <a:bodyPr/>
          <a:lstStyle>
            <a:lvl1pPr algn="l">
              <a:defRPr sz="4000"/>
            </a:lvl1pPr>
          </a:lstStyle>
          <a:p>
            <a:r>
              <a:rPr lang="en-US"/>
              <a:t>“Quote slide 1, </a:t>
            </a:r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diam</a:t>
            </a:r>
            <a:r>
              <a:rPr lang="en-GB"/>
              <a:t> no </a:t>
            </a:r>
            <a:r>
              <a:rPr lang="en-GB" err="1"/>
              <a:t>nummy</a:t>
            </a:r>
            <a:r>
              <a:rPr lang="en-GB"/>
              <a:t> </a:t>
            </a:r>
            <a:r>
              <a:rPr lang="en-GB" err="1"/>
              <a:t>nibh</a:t>
            </a:r>
            <a:r>
              <a:rPr lang="en-GB"/>
              <a:t> </a:t>
            </a:r>
            <a:r>
              <a:rPr lang="en-GB" err="1"/>
              <a:t>euismod</a:t>
            </a:r>
            <a:r>
              <a:rPr lang="en-GB"/>
              <a:t> </a:t>
            </a:r>
            <a:r>
              <a:rPr lang="en-GB" err="1"/>
              <a:t>tincidunt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”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0" y="4726305"/>
            <a:ext cx="5373688" cy="673417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456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Title, Body Copy, Graph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EFB629D-1461-3E6E-194F-1E2781C5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5683250" cy="9464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2D1E1-C16C-597A-29F4-4F0B590395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1555750"/>
            <a:ext cx="5683250" cy="923925"/>
          </a:xfrm>
        </p:spPr>
        <p:txBody>
          <a:bodyPr/>
          <a:lstStyle>
            <a:lvl1pPr marL="0" indent="0">
              <a:buNone/>
              <a:defRPr sz="1800" b="0"/>
            </a:lvl1pPr>
            <a:lvl2pPr marL="182880" indent="0">
              <a:buNone/>
              <a:defRPr sz="1600" b="0"/>
            </a:lvl2pPr>
            <a:lvl3pPr marL="365760" indent="0">
              <a:buNone/>
              <a:defRPr sz="1400" b="0"/>
            </a:lvl3pPr>
            <a:lvl4pPr marL="548640" indent="0">
              <a:buNone/>
              <a:defRPr sz="1200" b="0"/>
            </a:lvl4pPr>
            <a:lvl5pPr marL="731520" indent="0">
              <a:buNone/>
              <a:defRPr sz="1100" b="0"/>
            </a:lvl5pPr>
          </a:lstStyle>
          <a:p>
            <a:pPr lvl="0"/>
            <a:r>
              <a:rPr lang="en-US"/>
              <a:t>Body copy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99622-5FA2-FEEE-3C33-0A896ADDB12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3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C50E13-06E5-F6BB-7667-EE8E9893D0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005315C-F3C4-4817-6DB5-825E9E8E9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</p:spTree>
    <p:extLst>
      <p:ext uri="{BB962C8B-B14F-4D97-AF65-F5344CB8AC3E}">
        <p14:creationId xmlns:p14="http://schemas.microsoft.com/office/powerpoint/2010/main" val="2056609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har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BD67761C-12AC-06B4-1032-66C47B765FE0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722313" y="1555750"/>
            <a:ext cx="10747375" cy="4519613"/>
          </a:xfr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/>
              <a:t>Click on icon below to add a 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519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Subtitle placeholder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B0E688F9-03DF-D354-A8AF-EF5349F39C6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323850" y="1555750"/>
            <a:ext cx="11544300" cy="4519613"/>
          </a:xfr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/>
              <a:t>Click on icon below to add a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7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9EC94CF-F758-4A7C-3B39-A1EFC1EA815A}"/>
              </a:ext>
            </a:extLst>
          </p:cNvPr>
          <p:cNvSpPr>
            <a:spLocks noGrp="1"/>
          </p:cNvSpPr>
          <p:nvPr>
            <p:ph type="chart" sz="quarter" idx="12" hasCustomPrompt="1"/>
          </p:nvPr>
        </p:nvSpPr>
        <p:spPr>
          <a:xfrm>
            <a:off x="6581775" y="952500"/>
            <a:ext cx="4887913" cy="4968875"/>
          </a:xfr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below to add 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45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, Title, Sub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0C9451-8976-3C96-3C4E-F9624BB31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063" y="952500"/>
            <a:ext cx="7634288" cy="2476500"/>
          </a:xfrm>
        </p:spPr>
        <p:txBody>
          <a:bodyPr anchor="b" anchorCtr="0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D4A8F9-F7CA-7BED-9594-D64F51EE92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8063" y="3738563"/>
            <a:ext cx="7634287" cy="936625"/>
          </a:xfrm>
        </p:spPr>
        <p:txBody>
          <a:bodyPr/>
          <a:lstStyle>
            <a:lvl1pPr marL="0" indent="0" algn="ctr">
              <a:buNone/>
              <a:defRPr/>
            </a:lvl1pPr>
            <a:lvl2pPr marL="182880" indent="0" algn="ctr">
              <a:buNone/>
              <a:defRPr/>
            </a:lvl2pPr>
            <a:lvl3pPr marL="365760" indent="0" algn="ctr">
              <a:buNone/>
              <a:defRPr/>
            </a:lvl3pPr>
            <a:lvl4pPr marL="548640" indent="0" algn="ctr">
              <a:buNone/>
              <a:defRPr/>
            </a:lvl4pPr>
            <a:lvl5pPr marL="73152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3146B2-9533-23DF-7DA9-0EBFD969778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D4EDA1-89C5-8341-7EDE-FCCAAA0607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501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Statement 1, Title,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BE3366F-F43E-6996-B128-0A001300FD2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 tIns="274320"/>
          <a:lstStyle>
            <a:lvl1pPr marL="0" indent="0" algn="ctr">
              <a:buNone/>
              <a:defRPr/>
            </a:lvl1pPr>
          </a:lstStyle>
          <a:p>
            <a:r>
              <a:rPr lang="en-US"/>
              <a:t>Image placeholder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6B6A35-8740-9D1E-A189-71BC5C742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063" y="952500"/>
            <a:ext cx="7634288" cy="1537465"/>
          </a:xfrm>
        </p:spPr>
        <p:txBody>
          <a:bodyPr anchor="b" anchorCtr="0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D4A8F9-F7CA-7BED-9594-D64F51EE92B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8063" y="2492374"/>
            <a:ext cx="7634287" cy="311152"/>
          </a:xfrm>
        </p:spPr>
        <p:txBody>
          <a:bodyPr/>
          <a:lstStyle>
            <a:lvl1pPr marL="0" indent="0" algn="ctr">
              <a:buNone/>
              <a:defRPr/>
            </a:lvl1pPr>
            <a:lvl2pPr marL="182880" indent="0" algn="ctr">
              <a:buNone/>
              <a:defRPr/>
            </a:lvl2pPr>
            <a:lvl3pPr marL="365760" indent="0" algn="ctr">
              <a:buNone/>
              <a:defRPr/>
            </a:lvl3pPr>
            <a:lvl4pPr marL="548640" indent="0" algn="ctr">
              <a:buNone/>
              <a:defRPr/>
            </a:lvl4pPr>
            <a:lvl5pPr marL="73152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703969-9100-4398-1394-9B9B34222C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FB270-12CC-4B92-85FD-B7710644F26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56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85A1-2C43-8640-F232-FC5413728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231"/>
            <a:ext cx="7634288" cy="1870075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6172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F17AB4-9E08-0A74-D302-44EB1D55B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634288" cy="1868488"/>
          </a:xfrm>
        </p:spPr>
        <p:txBody>
          <a:bodyPr wrap="square" anchor="ctr" anchorCtr="0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576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CEAE-269F-9001-82E1-E63AB481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634288" cy="1868487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5847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CEAE-269F-9001-82E1-E63AB481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235825" cy="1868487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305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5412D7-A614-E163-F131-6847698E7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44601"/>
            <a:ext cx="10888663" cy="436721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FD99A5-A6E1-0514-02DB-84C6BD187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3114676"/>
            <a:ext cx="2749550" cy="623888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18" name="Picture 7" descr="Cisco logo">
            <a:extLst>
              <a:ext uri="{FF2B5EF4-FFF2-40B4-BE49-F238E27FC236}">
                <a16:creationId xmlns:a16="http://schemas.microsoft.com/office/drawing/2014/main" id="{56775E76-582E-6CCC-1676-4F670B0BFC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445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FD99A5-A6E1-0514-02DB-84C6BD187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3114676"/>
            <a:ext cx="2749550" cy="623888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486974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aphic 2" descr="Cisco logo">
            <a:extLst>
              <a:ext uri="{FF2B5EF4-FFF2-40B4-BE49-F238E27FC236}">
                <a16:creationId xmlns:a16="http://schemas.microsoft.com/office/drawing/2014/main" id="{9A32CA38-C4CF-D4BC-78F1-F151F8F9799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87122" y="2978332"/>
            <a:ext cx="1217756" cy="640080"/>
            <a:chOff x="7202835" y="2919593"/>
            <a:chExt cx="1014444" cy="533215"/>
          </a:xfrm>
          <a:solidFill>
            <a:schemeClr val="bg1"/>
          </a:solidFill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0848F511-CD0C-4E21-1411-CA7D0F6E3A43}"/>
                </a:ext>
              </a:extLst>
            </p:cNvPr>
            <p:cNvSpPr/>
            <p:nvPr/>
          </p:nvSpPr>
          <p:spPr>
            <a:xfrm>
              <a:off x="7489875" y="3273956"/>
              <a:ext cx="44467" cy="175170"/>
            </a:xfrm>
            <a:custGeom>
              <a:avLst/>
              <a:gdLst>
                <a:gd name="connsiteX0" fmla="*/ 0 w 44467"/>
                <a:gd name="connsiteY0" fmla="*/ 0 h 175170"/>
                <a:gd name="connsiteX1" fmla="*/ 44467 w 44467"/>
                <a:gd name="connsiteY1" fmla="*/ 0 h 175170"/>
                <a:gd name="connsiteX2" fmla="*/ 44467 w 44467"/>
                <a:gd name="connsiteY2" fmla="*/ 175170 h 175170"/>
                <a:gd name="connsiteX3" fmla="*/ 0 w 44467"/>
                <a:gd name="connsiteY3" fmla="*/ 175170 h 17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467" h="175170">
                  <a:moveTo>
                    <a:pt x="0" y="0"/>
                  </a:moveTo>
                  <a:lnTo>
                    <a:pt x="44467" y="0"/>
                  </a:lnTo>
                  <a:lnTo>
                    <a:pt x="44467" y="175170"/>
                  </a:lnTo>
                  <a:lnTo>
                    <a:pt x="0" y="175170"/>
                  </a:lnTo>
                  <a:close/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5" name="Freeform 25">
              <a:extLst>
                <a:ext uri="{FF2B5EF4-FFF2-40B4-BE49-F238E27FC236}">
                  <a16:creationId xmlns:a16="http://schemas.microsoft.com/office/drawing/2014/main" id="{CE7BD058-D0FF-047D-F5E7-7A0A610E086D}"/>
                </a:ext>
              </a:extLst>
            </p:cNvPr>
            <p:cNvSpPr/>
            <p:nvPr/>
          </p:nvSpPr>
          <p:spPr>
            <a:xfrm>
              <a:off x="7758493" y="3270889"/>
              <a:ext cx="134399" cy="181394"/>
            </a:xfrm>
            <a:custGeom>
              <a:avLst/>
              <a:gdLst>
                <a:gd name="connsiteX0" fmla="*/ 0 w 134399"/>
                <a:gd name="connsiteY0" fmla="*/ 90652 h 181394"/>
                <a:gd name="connsiteX1" fmla="*/ 93835 w 134399"/>
                <a:gd name="connsiteY1" fmla="*/ 181394 h 181394"/>
                <a:gd name="connsiteX2" fmla="*/ 134400 w 134399"/>
                <a:gd name="connsiteY2" fmla="*/ 175170 h 181394"/>
                <a:gd name="connsiteX3" fmla="*/ 134400 w 134399"/>
                <a:gd name="connsiteY3" fmla="*/ 128176 h 181394"/>
                <a:gd name="connsiteX4" fmla="*/ 97011 w 134399"/>
                <a:gd name="connsiteY4" fmla="*/ 137196 h 181394"/>
                <a:gd name="connsiteX5" fmla="*/ 50003 w 134399"/>
                <a:gd name="connsiteY5" fmla="*/ 90472 h 181394"/>
                <a:gd name="connsiteX6" fmla="*/ 97011 w 134399"/>
                <a:gd name="connsiteY6" fmla="*/ 43747 h 181394"/>
                <a:gd name="connsiteX7" fmla="*/ 134400 w 134399"/>
                <a:gd name="connsiteY7" fmla="*/ 52768 h 181394"/>
                <a:gd name="connsiteX8" fmla="*/ 134400 w 134399"/>
                <a:gd name="connsiteY8" fmla="*/ 6314 h 181394"/>
                <a:gd name="connsiteX9" fmla="*/ 93835 w 134399"/>
                <a:gd name="connsiteY9" fmla="*/ 0 h 181394"/>
                <a:gd name="connsiteX10" fmla="*/ 0 w 134399"/>
                <a:gd name="connsiteY10" fmla="*/ 90652 h 18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399" h="181394">
                  <a:moveTo>
                    <a:pt x="0" y="90652"/>
                  </a:moveTo>
                  <a:cubicBezTo>
                    <a:pt x="0" y="147118"/>
                    <a:pt x="43832" y="181394"/>
                    <a:pt x="93835" y="181394"/>
                  </a:cubicBezTo>
                  <a:cubicBezTo>
                    <a:pt x="107583" y="181261"/>
                    <a:pt x="121250" y="179165"/>
                    <a:pt x="134400" y="175170"/>
                  </a:cubicBezTo>
                  <a:lnTo>
                    <a:pt x="134400" y="128176"/>
                  </a:lnTo>
                  <a:cubicBezTo>
                    <a:pt x="122893" y="134240"/>
                    <a:pt x="110034" y="137341"/>
                    <a:pt x="97011" y="137196"/>
                  </a:cubicBezTo>
                  <a:cubicBezTo>
                    <a:pt x="71048" y="137196"/>
                    <a:pt x="50003" y="116276"/>
                    <a:pt x="50003" y="90472"/>
                  </a:cubicBezTo>
                  <a:cubicBezTo>
                    <a:pt x="50003" y="64667"/>
                    <a:pt x="71048" y="43747"/>
                    <a:pt x="97011" y="43747"/>
                  </a:cubicBezTo>
                  <a:cubicBezTo>
                    <a:pt x="110034" y="43598"/>
                    <a:pt x="122893" y="46700"/>
                    <a:pt x="134400" y="52768"/>
                  </a:cubicBezTo>
                  <a:lnTo>
                    <a:pt x="134400" y="6314"/>
                  </a:lnTo>
                  <a:cubicBezTo>
                    <a:pt x="121287" y="2146"/>
                    <a:pt x="107602" y="15"/>
                    <a:pt x="93835" y="0"/>
                  </a:cubicBezTo>
                  <a:cubicBezTo>
                    <a:pt x="39385" y="0"/>
                    <a:pt x="0" y="38335"/>
                    <a:pt x="0" y="9065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6" name="Freeform 26">
              <a:extLst>
                <a:ext uri="{FF2B5EF4-FFF2-40B4-BE49-F238E27FC236}">
                  <a16:creationId xmlns:a16="http://schemas.microsoft.com/office/drawing/2014/main" id="{83623A44-0F0F-1370-66F6-0846CAF90985}"/>
                </a:ext>
              </a:extLst>
            </p:cNvPr>
            <p:cNvSpPr/>
            <p:nvPr/>
          </p:nvSpPr>
          <p:spPr>
            <a:xfrm>
              <a:off x="7294401" y="3270889"/>
              <a:ext cx="134581" cy="181394"/>
            </a:xfrm>
            <a:custGeom>
              <a:avLst/>
              <a:gdLst>
                <a:gd name="connsiteX0" fmla="*/ 0 w 134581"/>
                <a:gd name="connsiteY0" fmla="*/ 90652 h 181394"/>
                <a:gd name="connsiteX1" fmla="*/ 93926 w 134581"/>
                <a:gd name="connsiteY1" fmla="*/ 181394 h 181394"/>
                <a:gd name="connsiteX2" fmla="*/ 134581 w 134581"/>
                <a:gd name="connsiteY2" fmla="*/ 175170 h 181394"/>
                <a:gd name="connsiteX3" fmla="*/ 134581 w 134581"/>
                <a:gd name="connsiteY3" fmla="*/ 128176 h 181394"/>
                <a:gd name="connsiteX4" fmla="*/ 97193 w 134581"/>
                <a:gd name="connsiteY4" fmla="*/ 137196 h 181394"/>
                <a:gd name="connsiteX5" fmla="*/ 50184 w 134581"/>
                <a:gd name="connsiteY5" fmla="*/ 90472 h 181394"/>
                <a:gd name="connsiteX6" fmla="*/ 97193 w 134581"/>
                <a:gd name="connsiteY6" fmla="*/ 43747 h 181394"/>
                <a:gd name="connsiteX7" fmla="*/ 134581 w 134581"/>
                <a:gd name="connsiteY7" fmla="*/ 52768 h 181394"/>
                <a:gd name="connsiteX8" fmla="*/ 134581 w 134581"/>
                <a:gd name="connsiteY8" fmla="*/ 6314 h 181394"/>
                <a:gd name="connsiteX9" fmla="*/ 93926 w 134581"/>
                <a:gd name="connsiteY9" fmla="*/ 0 h 181394"/>
                <a:gd name="connsiteX10" fmla="*/ 181 w 134581"/>
                <a:gd name="connsiteY10" fmla="*/ 90652 h 18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581" h="181394">
                  <a:moveTo>
                    <a:pt x="0" y="90652"/>
                  </a:moveTo>
                  <a:cubicBezTo>
                    <a:pt x="0" y="147118"/>
                    <a:pt x="43832" y="181394"/>
                    <a:pt x="93926" y="181394"/>
                  </a:cubicBezTo>
                  <a:cubicBezTo>
                    <a:pt x="107708" y="181268"/>
                    <a:pt x="121400" y="179172"/>
                    <a:pt x="134581" y="175170"/>
                  </a:cubicBezTo>
                  <a:lnTo>
                    <a:pt x="134581" y="128176"/>
                  </a:lnTo>
                  <a:cubicBezTo>
                    <a:pt x="123065" y="134222"/>
                    <a:pt x="110216" y="137322"/>
                    <a:pt x="97193" y="137196"/>
                  </a:cubicBezTo>
                  <a:cubicBezTo>
                    <a:pt x="71231" y="137196"/>
                    <a:pt x="50184" y="116276"/>
                    <a:pt x="50184" y="90472"/>
                  </a:cubicBezTo>
                  <a:cubicBezTo>
                    <a:pt x="50184" y="64667"/>
                    <a:pt x="71231" y="43747"/>
                    <a:pt x="97193" y="43747"/>
                  </a:cubicBezTo>
                  <a:cubicBezTo>
                    <a:pt x="110217" y="43613"/>
                    <a:pt x="123068" y="46714"/>
                    <a:pt x="134581" y="52768"/>
                  </a:cubicBezTo>
                  <a:lnTo>
                    <a:pt x="134581" y="6314"/>
                  </a:lnTo>
                  <a:cubicBezTo>
                    <a:pt x="121434" y="2159"/>
                    <a:pt x="107722" y="30"/>
                    <a:pt x="93926" y="0"/>
                  </a:cubicBezTo>
                  <a:cubicBezTo>
                    <a:pt x="39476" y="0"/>
                    <a:pt x="181" y="38335"/>
                    <a:pt x="181" y="9065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7" name="Freeform 27">
              <a:extLst>
                <a:ext uri="{FF2B5EF4-FFF2-40B4-BE49-F238E27FC236}">
                  <a16:creationId xmlns:a16="http://schemas.microsoft.com/office/drawing/2014/main" id="{8ABAB402-379C-A6D8-AF39-B22717AC8652}"/>
                </a:ext>
              </a:extLst>
            </p:cNvPr>
            <p:cNvSpPr/>
            <p:nvPr/>
          </p:nvSpPr>
          <p:spPr>
            <a:xfrm>
              <a:off x="7943079" y="3270861"/>
              <a:ext cx="182591" cy="181947"/>
            </a:xfrm>
            <a:custGeom>
              <a:avLst/>
              <a:gdLst>
                <a:gd name="connsiteX0" fmla="*/ 89568 w 182591"/>
                <a:gd name="connsiteY0" fmla="*/ 137224 h 181947"/>
                <a:gd name="connsiteX1" fmla="*/ 42832 w 182591"/>
                <a:gd name="connsiteY1" fmla="*/ 91494 h 181947"/>
                <a:gd name="connsiteX2" fmla="*/ 88842 w 182591"/>
                <a:gd name="connsiteY2" fmla="*/ 45041 h 181947"/>
                <a:gd name="connsiteX3" fmla="*/ 135578 w 182591"/>
                <a:gd name="connsiteY3" fmla="*/ 90772 h 181947"/>
                <a:gd name="connsiteX4" fmla="*/ 135578 w 182591"/>
                <a:gd name="connsiteY4" fmla="*/ 91131 h 181947"/>
                <a:gd name="connsiteX5" fmla="*/ 91220 w 182591"/>
                <a:gd name="connsiteY5" fmla="*/ 137218 h 181947"/>
                <a:gd name="connsiteX6" fmla="*/ 89568 w 182591"/>
                <a:gd name="connsiteY6" fmla="*/ 137224 h 181947"/>
                <a:gd name="connsiteX7" fmla="*/ 89568 w 182591"/>
                <a:gd name="connsiteY7" fmla="*/ 479 h 181947"/>
                <a:gd name="connsiteX8" fmla="*/ 17 w 182591"/>
                <a:gd name="connsiteY8" fmla="*/ 92919 h 181947"/>
                <a:gd name="connsiteX9" fmla="*/ 93017 w 182591"/>
                <a:gd name="connsiteY9" fmla="*/ 181931 h 181947"/>
                <a:gd name="connsiteX10" fmla="*/ 182586 w 182591"/>
                <a:gd name="connsiteY10" fmla="*/ 91131 h 181947"/>
                <a:gd name="connsiteX11" fmla="*/ 92781 w 182591"/>
                <a:gd name="connsiteY11" fmla="*/ 5 h 181947"/>
                <a:gd name="connsiteX12" fmla="*/ 89568 w 182591"/>
                <a:gd name="connsiteY12" fmla="*/ 28 h 1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2591" h="181947">
                  <a:moveTo>
                    <a:pt x="89568" y="137224"/>
                  </a:moveTo>
                  <a:cubicBezTo>
                    <a:pt x="63959" y="137423"/>
                    <a:pt x="43032" y="116949"/>
                    <a:pt x="42832" y="91494"/>
                  </a:cubicBezTo>
                  <a:cubicBezTo>
                    <a:pt x="42633" y="66038"/>
                    <a:pt x="63233" y="45241"/>
                    <a:pt x="88842" y="45041"/>
                  </a:cubicBezTo>
                  <a:cubicBezTo>
                    <a:pt x="114452" y="44842"/>
                    <a:pt x="135378" y="65317"/>
                    <a:pt x="135578" y="90772"/>
                  </a:cubicBezTo>
                  <a:cubicBezTo>
                    <a:pt x="135578" y="90891"/>
                    <a:pt x="135578" y="91011"/>
                    <a:pt x="135578" y="91131"/>
                  </a:cubicBezTo>
                  <a:cubicBezTo>
                    <a:pt x="136132" y="116033"/>
                    <a:pt x="116267" y="136667"/>
                    <a:pt x="91220" y="137218"/>
                  </a:cubicBezTo>
                  <a:cubicBezTo>
                    <a:pt x="90666" y="137229"/>
                    <a:pt x="90122" y="137232"/>
                    <a:pt x="89568" y="137224"/>
                  </a:cubicBezTo>
                  <a:moveTo>
                    <a:pt x="89568" y="479"/>
                  </a:moveTo>
                  <a:cubicBezTo>
                    <a:pt x="39157" y="1425"/>
                    <a:pt x="-936" y="42812"/>
                    <a:pt x="17" y="92919"/>
                  </a:cubicBezTo>
                  <a:cubicBezTo>
                    <a:pt x="969" y="143026"/>
                    <a:pt x="42605" y="182877"/>
                    <a:pt x="93017" y="181931"/>
                  </a:cubicBezTo>
                  <a:cubicBezTo>
                    <a:pt x="142784" y="180997"/>
                    <a:pt x="182623" y="140607"/>
                    <a:pt x="182586" y="91131"/>
                  </a:cubicBezTo>
                  <a:cubicBezTo>
                    <a:pt x="183104" y="41317"/>
                    <a:pt x="142893" y="519"/>
                    <a:pt x="92781" y="5"/>
                  </a:cubicBezTo>
                  <a:cubicBezTo>
                    <a:pt x="91710" y="-6"/>
                    <a:pt x="90639" y="1"/>
                    <a:pt x="89568" y="28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8" name="Freeform 28">
              <a:extLst>
                <a:ext uri="{FF2B5EF4-FFF2-40B4-BE49-F238E27FC236}">
                  <a16:creationId xmlns:a16="http://schemas.microsoft.com/office/drawing/2014/main" id="{A0F49F63-D861-23D0-7A32-6898EA38AA9E}"/>
                </a:ext>
              </a:extLst>
            </p:cNvPr>
            <p:cNvSpPr/>
            <p:nvPr/>
          </p:nvSpPr>
          <p:spPr>
            <a:xfrm>
              <a:off x="7593692" y="3270799"/>
              <a:ext cx="121059" cy="181484"/>
            </a:xfrm>
            <a:custGeom>
              <a:avLst/>
              <a:gdLst>
                <a:gd name="connsiteX0" fmla="*/ 79678 w 121059"/>
                <a:gd name="connsiteY0" fmla="*/ 72612 h 181484"/>
                <a:gd name="connsiteX1" fmla="*/ 67427 w 121059"/>
                <a:gd name="connsiteY1" fmla="*/ 68733 h 181484"/>
                <a:gd name="connsiteX2" fmla="*/ 47099 w 121059"/>
                <a:gd name="connsiteY2" fmla="*/ 52046 h 181484"/>
                <a:gd name="connsiteX3" fmla="*/ 74324 w 121059"/>
                <a:gd name="connsiteY3" fmla="*/ 37614 h 181484"/>
                <a:gd name="connsiteX4" fmla="*/ 109081 w 121059"/>
                <a:gd name="connsiteY4" fmla="*/ 43026 h 181484"/>
                <a:gd name="connsiteX5" fmla="*/ 109081 w 121059"/>
                <a:gd name="connsiteY5" fmla="*/ 5592 h 181484"/>
                <a:gd name="connsiteX6" fmla="*/ 65703 w 121059"/>
                <a:gd name="connsiteY6" fmla="*/ 0 h 181484"/>
                <a:gd name="connsiteX7" fmla="*/ 0 w 121059"/>
                <a:gd name="connsiteY7" fmla="*/ 54752 h 181484"/>
                <a:gd name="connsiteX8" fmla="*/ 45375 w 121059"/>
                <a:gd name="connsiteY8" fmla="*/ 105986 h 181484"/>
                <a:gd name="connsiteX9" fmla="*/ 54994 w 121059"/>
                <a:gd name="connsiteY9" fmla="*/ 109143 h 181484"/>
                <a:gd name="connsiteX10" fmla="*/ 74778 w 121059"/>
                <a:gd name="connsiteY10" fmla="*/ 126462 h 181484"/>
                <a:gd name="connsiteX11" fmla="*/ 42471 w 121059"/>
                <a:gd name="connsiteY11" fmla="*/ 142878 h 181484"/>
                <a:gd name="connsiteX12" fmla="*/ 454 w 121059"/>
                <a:gd name="connsiteY12" fmla="*/ 136384 h 181484"/>
                <a:gd name="connsiteX13" fmla="*/ 454 w 121059"/>
                <a:gd name="connsiteY13" fmla="*/ 176704 h 181484"/>
                <a:gd name="connsiteX14" fmla="*/ 48460 w 121059"/>
                <a:gd name="connsiteY14" fmla="*/ 181484 h 181484"/>
                <a:gd name="connsiteX15" fmla="*/ 121060 w 121059"/>
                <a:gd name="connsiteY15" fmla="*/ 122673 h 181484"/>
                <a:gd name="connsiteX16" fmla="*/ 79043 w 121059"/>
                <a:gd name="connsiteY16" fmla="*/ 72612 h 181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059" h="181484">
                  <a:moveTo>
                    <a:pt x="79678" y="72612"/>
                  </a:moveTo>
                  <a:lnTo>
                    <a:pt x="67427" y="68733"/>
                  </a:lnTo>
                  <a:cubicBezTo>
                    <a:pt x="60167" y="66388"/>
                    <a:pt x="47099" y="62690"/>
                    <a:pt x="47099" y="52046"/>
                  </a:cubicBezTo>
                  <a:cubicBezTo>
                    <a:pt x="47099" y="43567"/>
                    <a:pt x="56718" y="37614"/>
                    <a:pt x="74324" y="37614"/>
                  </a:cubicBezTo>
                  <a:cubicBezTo>
                    <a:pt x="86085" y="38079"/>
                    <a:pt x="97746" y="39896"/>
                    <a:pt x="109081" y="43026"/>
                  </a:cubicBezTo>
                  <a:lnTo>
                    <a:pt x="109081" y="5592"/>
                  </a:lnTo>
                  <a:cubicBezTo>
                    <a:pt x="94888" y="2071"/>
                    <a:pt x="80331" y="194"/>
                    <a:pt x="65703" y="0"/>
                  </a:cubicBezTo>
                  <a:cubicBezTo>
                    <a:pt x="24684" y="0"/>
                    <a:pt x="0" y="22009"/>
                    <a:pt x="0" y="54752"/>
                  </a:cubicBezTo>
                  <a:cubicBezTo>
                    <a:pt x="0" y="83797"/>
                    <a:pt x="20691" y="98229"/>
                    <a:pt x="45375" y="105986"/>
                  </a:cubicBezTo>
                  <a:cubicBezTo>
                    <a:pt x="48188" y="106888"/>
                    <a:pt x="52272" y="108151"/>
                    <a:pt x="54994" y="109143"/>
                  </a:cubicBezTo>
                  <a:cubicBezTo>
                    <a:pt x="65975" y="112571"/>
                    <a:pt x="74778" y="117622"/>
                    <a:pt x="74778" y="126462"/>
                  </a:cubicBezTo>
                  <a:cubicBezTo>
                    <a:pt x="74778" y="135301"/>
                    <a:pt x="64614" y="142878"/>
                    <a:pt x="42471" y="142878"/>
                  </a:cubicBezTo>
                  <a:cubicBezTo>
                    <a:pt x="28250" y="142457"/>
                    <a:pt x="14130" y="140275"/>
                    <a:pt x="454" y="136384"/>
                  </a:cubicBezTo>
                  <a:lnTo>
                    <a:pt x="454" y="176704"/>
                  </a:lnTo>
                  <a:cubicBezTo>
                    <a:pt x="16281" y="179724"/>
                    <a:pt x="32343" y="181324"/>
                    <a:pt x="48460" y="181484"/>
                  </a:cubicBezTo>
                  <a:cubicBezTo>
                    <a:pt x="82491" y="181484"/>
                    <a:pt x="121060" y="166691"/>
                    <a:pt x="121060" y="122673"/>
                  </a:cubicBezTo>
                  <a:cubicBezTo>
                    <a:pt x="121060" y="101296"/>
                    <a:pt x="107901" y="81632"/>
                    <a:pt x="79043" y="7261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9" name="Freeform 29">
              <a:extLst>
                <a:ext uri="{FF2B5EF4-FFF2-40B4-BE49-F238E27FC236}">
                  <a16:creationId xmlns:a16="http://schemas.microsoft.com/office/drawing/2014/main" id="{62CA1BBC-594E-0B3B-ACB5-5180E647EB68}"/>
                </a:ext>
              </a:extLst>
            </p:cNvPr>
            <p:cNvSpPr/>
            <p:nvPr/>
          </p:nvSpPr>
          <p:spPr>
            <a:xfrm>
              <a:off x="7202835" y="3063878"/>
              <a:ext cx="44194" cy="88432"/>
            </a:xfrm>
            <a:custGeom>
              <a:avLst/>
              <a:gdLst>
                <a:gd name="connsiteX0" fmla="*/ 22143 w 44194"/>
                <a:gd name="connsiteY0" fmla="*/ 0 h 88432"/>
                <a:gd name="connsiteX1" fmla="*/ 0 w 44194"/>
                <a:gd name="connsiteY1" fmla="*/ 21919 h 88432"/>
                <a:gd name="connsiteX2" fmla="*/ 0 w 44194"/>
                <a:gd name="connsiteY2" fmla="*/ 67831 h 88432"/>
                <a:gd name="connsiteX3" fmla="*/ 23514 w 44194"/>
                <a:gd name="connsiteY3" fmla="*/ 88387 h 88432"/>
                <a:gd name="connsiteX4" fmla="*/ 44195 w 44194"/>
                <a:gd name="connsiteY4" fmla="*/ 67831 h 88432"/>
                <a:gd name="connsiteX5" fmla="*/ 44195 w 44194"/>
                <a:gd name="connsiteY5" fmla="*/ 21919 h 88432"/>
                <a:gd name="connsiteX6" fmla="*/ 22143 w 44194"/>
                <a:gd name="connsiteY6" fmla="*/ 0 h 8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94" h="88432">
                  <a:moveTo>
                    <a:pt x="22143" y="0"/>
                  </a:moveTo>
                  <a:cubicBezTo>
                    <a:pt x="9949" y="0"/>
                    <a:pt x="50" y="9799"/>
                    <a:pt x="0" y="21919"/>
                  </a:cubicBezTo>
                  <a:lnTo>
                    <a:pt x="0" y="67831"/>
                  </a:lnTo>
                  <a:cubicBezTo>
                    <a:pt x="782" y="79961"/>
                    <a:pt x="11310" y="89165"/>
                    <a:pt x="23514" y="88387"/>
                  </a:cubicBezTo>
                  <a:cubicBezTo>
                    <a:pt x="34627" y="87679"/>
                    <a:pt x="43483" y="78877"/>
                    <a:pt x="44195" y="67831"/>
                  </a:cubicBezTo>
                  <a:lnTo>
                    <a:pt x="44195" y="21919"/>
                  </a:lnTo>
                  <a:cubicBezTo>
                    <a:pt x="44195" y="9813"/>
                    <a:pt x="34321" y="0"/>
                    <a:pt x="22143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0" name="Freeform 30">
              <a:extLst>
                <a:ext uri="{FF2B5EF4-FFF2-40B4-BE49-F238E27FC236}">
                  <a16:creationId xmlns:a16="http://schemas.microsoft.com/office/drawing/2014/main" id="{51B57147-07A3-179D-3B44-669E31BA0779}"/>
                </a:ext>
              </a:extLst>
            </p:cNvPr>
            <p:cNvSpPr/>
            <p:nvPr/>
          </p:nvSpPr>
          <p:spPr>
            <a:xfrm>
              <a:off x="7324348" y="3003533"/>
              <a:ext cx="44104" cy="150094"/>
            </a:xfrm>
            <a:custGeom>
              <a:avLst/>
              <a:gdLst>
                <a:gd name="connsiteX0" fmla="*/ 22052 w 44104"/>
                <a:gd name="connsiteY0" fmla="*/ 150094 h 150094"/>
                <a:gd name="connsiteX1" fmla="*/ 44104 w 44104"/>
                <a:gd name="connsiteY1" fmla="*/ 128176 h 150094"/>
                <a:gd name="connsiteX2" fmla="*/ 44104 w 44104"/>
                <a:gd name="connsiteY2" fmla="*/ 21919 h 150094"/>
                <a:gd name="connsiteX3" fmla="*/ 22052 w 44104"/>
                <a:gd name="connsiteY3" fmla="*/ 0 h 150094"/>
                <a:gd name="connsiteX4" fmla="*/ 0 w 44104"/>
                <a:gd name="connsiteY4" fmla="*/ 21919 h 150094"/>
                <a:gd name="connsiteX5" fmla="*/ 0 w 44104"/>
                <a:gd name="connsiteY5" fmla="*/ 128176 h 150094"/>
                <a:gd name="connsiteX6" fmla="*/ 22052 w 44104"/>
                <a:gd name="connsiteY6" fmla="*/ 150094 h 15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150094">
                  <a:moveTo>
                    <a:pt x="22052" y="150094"/>
                  </a:moveTo>
                  <a:cubicBezTo>
                    <a:pt x="34231" y="150094"/>
                    <a:pt x="44104" y="140281"/>
                    <a:pt x="44104" y="128176"/>
                  </a:cubicBez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  <a:cubicBezTo>
                    <a:pt x="9873" y="0"/>
                    <a:pt x="0" y="9813"/>
                    <a:pt x="0" y="21919"/>
                  </a:cubicBezTo>
                  <a:lnTo>
                    <a:pt x="0" y="128176"/>
                  </a:lnTo>
                  <a:cubicBezTo>
                    <a:pt x="0" y="140281"/>
                    <a:pt x="9873" y="150094"/>
                    <a:pt x="22052" y="150094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1" name="Freeform 31">
              <a:extLst>
                <a:ext uri="{FF2B5EF4-FFF2-40B4-BE49-F238E27FC236}">
                  <a16:creationId xmlns:a16="http://schemas.microsoft.com/office/drawing/2014/main" id="{D2F4977B-6C3A-1749-28D3-74067758D800}"/>
                </a:ext>
              </a:extLst>
            </p:cNvPr>
            <p:cNvSpPr/>
            <p:nvPr/>
          </p:nvSpPr>
          <p:spPr>
            <a:xfrm>
              <a:off x="7445589" y="2921000"/>
              <a:ext cx="44104" cy="276375"/>
            </a:xfrm>
            <a:custGeom>
              <a:avLst/>
              <a:gdLst>
                <a:gd name="connsiteX0" fmla="*/ 22052 w 44104"/>
                <a:gd name="connsiteY0" fmla="*/ 0 h 276375"/>
                <a:gd name="connsiteX1" fmla="*/ 0 w 44104"/>
                <a:gd name="connsiteY1" fmla="*/ 21919 h 276375"/>
                <a:gd name="connsiteX2" fmla="*/ 0 w 44104"/>
                <a:gd name="connsiteY2" fmla="*/ 254457 h 276375"/>
                <a:gd name="connsiteX3" fmla="*/ 22052 w 44104"/>
                <a:gd name="connsiteY3" fmla="*/ 276376 h 276375"/>
                <a:gd name="connsiteX4" fmla="*/ 44104 w 44104"/>
                <a:gd name="connsiteY4" fmla="*/ 254457 h 276375"/>
                <a:gd name="connsiteX5" fmla="*/ 44104 w 44104"/>
                <a:gd name="connsiteY5" fmla="*/ 21919 h 276375"/>
                <a:gd name="connsiteX6" fmla="*/ 22052 w 44104"/>
                <a:gd name="connsiteY6" fmla="*/ 0 h 27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276375">
                  <a:moveTo>
                    <a:pt x="22052" y="0"/>
                  </a:moveTo>
                  <a:cubicBezTo>
                    <a:pt x="9873" y="0"/>
                    <a:pt x="0" y="9813"/>
                    <a:pt x="0" y="21919"/>
                  </a:cubicBezTo>
                  <a:lnTo>
                    <a:pt x="0" y="254457"/>
                  </a:lnTo>
                  <a:cubicBezTo>
                    <a:pt x="0" y="266563"/>
                    <a:pt x="9873" y="276376"/>
                    <a:pt x="22052" y="276376"/>
                  </a:cubicBezTo>
                  <a:cubicBezTo>
                    <a:pt x="34231" y="276376"/>
                    <a:pt x="44104" y="266563"/>
                    <a:pt x="44104" y="254457"/>
                  </a:cubicBez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2" name="Freeform 32">
              <a:extLst>
                <a:ext uri="{FF2B5EF4-FFF2-40B4-BE49-F238E27FC236}">
                  <a16:creationId xmlns:a16="http://schemas.microsoft.com/office/drawing/2014/main" id="{7539BE40-6861-0AFB-E72A-25B2630122C7}"/>
                </a:ext>
              </a:extLst>
            </p:cNvPr>
            <p:cNvSpPr/>
            <p:nvPr/>
          </p:nvSpPr>
          <p:spPr>
            <a:xfrm>
              <a:off x="7566921" y="3003533"/>
              <a:ext cx="44104" cy="150094"/>
            </a:xfrm>
            <a:custGeom>
              <a:avLst/>
              <a:gdLst>
                <a:gd name="connsiteX0" fmla="*/ 44104 w 44104"/>
                <a:gd name="connsiteY0" fmla="*/ 128176 h 150094"/>
                <a:gd name="connsiteX1" fmla="*/ 44104 w 44104"/>
                <a:gd name="connsiteY1" fmla="*/ 21919 h 150094"/>
                <a:gd name="connsiteX2" fmla="*/ 22052 w 44104"/>
                <a:gd name="connsiteY2" fmla="*/ 0 h 150094"/>
                <a:gd name="connsiteX3" fmla="*/ 0 w 44104"/>
                <a:gd name="connsiteY3" fmla="*/ 21919 h 150094"/>
                <a:gd name="connsiteX4" fmla="*/ 0 w 44104"/>
                <a:gd name="connsiteY4" fmla="*/ 128176 h 150094"/>
                <a:gd name="connsiteX5" fmla="*/ 22052 w 44104"/>
                <a:gd name="connsiteY5" fmla="*/ 150094 h 150094"/>
                <a:gd name="connsiteX6" fmla="*/ 44104 w 44104"/>
                <a:gd name="connsiteY6" fmla="*/ 128176 h 15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150094">
                  <a:moveTo>
                    <a:pt x="44104" y="128176"/>
                  </a:move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  <a:cubicBezTo>
                    <a:pt x="9874" y="0"/>
                    <a:pt x="0" y="9813"/>
                    <a:pt x="0" y="21919"/>
                  </a:cubicBezTo>
                  <a:lnTo>
                    <a:pt x="0" y="128176"/>
                  </a:lnTo>
                  <a:cubicBezTo>
                    <a:pt x="0" y="140281"/>
                    <a:pt x="9874" y="150094"/>
                    <a:pt x="22052" y="150094"/>
                  </a:cubicBezTo>
                  <a:cubicBezTo>
                    <a:pt x="34231" y="150094"/>
                    <a:pt x="44104" y="140281"/>
                    <a:pt x="44104" y="128176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3" name="Freeform 33">
              <a:extLst>
                <a:ext uri="{FF2B5EF4-FFF2-40B4-BE49-F238E27FC236}">
                  <a16:creationId xmlns:a16="http://schemas.microsoft.com/office/drawing/2014/main" id="{8726BE87-6F3D-1887-CD70-E89DF7FE7BFC}"/>
                </a:ext>
              </a:extLst>
            </p:cNvPr>
            <p:cNvSpPr/>
            <p:nvPr/>
          </p:nvSpPr>
          <p:spPr>
            <a:xfrm>
              <a:off x="7687800" y="3063876"/>
              <a:ext cx="44104" cy="89751"/>
            </a:xfrm>
            <a:custGeom>
              <a:avLst/>
              <a:gdLst>
                <a:gd name="connsiteX0" fmla="*/ 22415 w 44104"/>
                <a:gd name="connsiteY0" fmla="*/ 2 h 89751"/>
                <a:gd name="connsiteX1" fmla="*/ 0 w 44104"/>
                <a:gd name="connsiteY1" fmla="*/ 21738 h 89751"/>
                <a:gd name="connsiteX2" fmla="*/ 0 w 44104"/>
                <a:gd name="connsiteY2" fmla="*/ 21921 h 89751"/>
                <a:gd name="connsiteX3" fmla="*/ 0 w 44104"/>
                <a:gd name="connsiteY3" fmla="*/ 67833 h 89751"/>
                <a:gd name="connsiteX4" fmla="*/ 22052 w 44104"/>
                <a:gd name="connsiteY4" fmla="*/ 89752 h 89751"/>
                <a:gd name="connsiteX5" fmla="*/ 44104 w 44104"/>
                <a:gd name="connsiteY5" fmla="*/ 67833 h 89751"/>
                <a:gd name="connsiteX6" fmla="*/ 44104 w 44104"/>
                <a:gd name="connsiteY6" fmla="*/ 21921 h 89751"/>
                <a:gd name="connsiteX7" fmla="*/ 22143 w 44104"/>
                <a:gd name="connsiteY7" fmla="*/ 2 h 8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04" h="89751">
                  <a:moveTo>
                    <a:pt x="22415" y="2"/>
                  </a:moveTo>
                  <a:cubicBezTo>
                    <a:pt x="10191" y="-148"/>
                    <a:pt x="154" y="9584"/>
                    <a:pt x="0" y="21738"/>
                  </a:cubicBezTo>
                  <a:cubicBezTo>
                    <a:pt x="0" y="21799"/>
                    <a:pt x="0" y="21860"/>
                    <a:pt x="0" y="21921"/>
                  </a:cubicBezTo>
                  <a:lnTo>
                    <a:pt x="0" y="67833"/>
                  </a:lnTo>
                  <a:cubicBezTo>
                    <a:pt x="0" y="79939"/>
                    <a:pt x="9874" y="89752"/>
                    <a:pt x="22052" y="89752"/>
                  </a:cubicBezTo>
                  <a:cubicBezTo>
                    <a:pt x="34231" y="89752"/>
                    <a:pt x="44104" y="79939"/>
                    <a:pt x="44104" y="67833"/>
                  </a:cubicBezTo>
                  <a:lnTo>
                    <a:pt x="44104" y="21921"/>
                  </a:lnTo>
                  <a:cubicBezTo>
                    <a:pt x="44104" y="9850"/>
                    <a:pt x="34285" y="51"/>
                    <a:pt x="22143" y="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4" name="Freeform 34">
              <a:extLst>
                <a:ext uri="{FF2B5EF4-FFF2-40B4-BE49-F238E27FC236}">
                  <a16:creationId xmlns:a16="http://schemas.microsoft.com/office/drawing/2014/main" id="{EB3564BA-B2F9-645B-AD4D-30EC3199A221}"/>
                </a:ext>
              </a:extLst>
            </p:cNvPr>
            <p:cNvSpPr/>
            <p:nvPr/>
          </p:nvSpPr>
          <p:spPr>
            <a:xfrm>
              <a:off x="7809447" y="3002127"/>
              <a:ext cx="44107" cy="151500"/>
            </a:xfrm>
            <a:custGeom>
              <a:avLst/>
              <a:gdLst>
                <a:gd name="connsiteX0" fmla="*/ 22009 w 44107"/>
                <a:gd name="connsiteY0" fmla="*/ 151500 h 151500"/>
                <a:gd name="connsiteX1" fmla="*/ 44061 w 44107"/>
                <a:gd name="connsiteY1" fmla="*/ 129582 h 151500"/>
                <a:gd name="connsiteX2" fmla="*/ 44061 w 44107"/>
                <a:gd name="connsiteY2" fmla="*/ 23325 h 151500"/>
                <a:gd name="connsiteX3" fmla="*/ 23470 w 44107"/>
                <a:gd name="connsiteY3" fmla="*/ 46 h 151500"/>
                <a:gd name="connsiteX4" fmla="*/ 48 w 44107"/>
                <a:gd name="connsiteY4" fmla="*/ 20514 h 151500"/>
                <a:gd name="connsiteX5" fmla="*/ 48 w 44107"/>
                <a:gd name="connsiteY5" fmla="*/ 23325 h 151500"/>
                <a:gd name="connsiteX6" fmla="*/ 48 w 44107"/>
                <a:gd name="connsiteY6" fmla="*/ 129582 h 151500"/>
                <a:gd name="connsiteX7" fmla="*/ 21918 w 44107"/>
                <a:gd name="connsiteY7" fmla="*/ 151500 h 151500"/>
                <a:gd name="connsiteX8" fmla="*/ 22009 w 44107"/>
                <a:gd name="connsiteY8" fmla="*/ 151500 h 15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7" h="151500">
                  <a:moveTo>
                    <a:pt x="22009" y="151500"/>
                  </a:moveTo>
                  <a:cubicBezTo>
                    <a:pt x="34188" y="151500"/>
                    <a:pt x="44061" y="141688"/>
                    <a:pt x="44061" y="129582"/>
                  </a:cubicBezTo>
                  <a:lnTo>
                    <a:pt x="44061" y="23325"/>
                  </a:lnTo>
                  <a:cubicBezTo>
                    <a:pt x="44841" y="11244"/>
                    <a:pt x="35621" y="822"/>
                    <a:pt x="23470" y="46"/>
                  </a:cubicBezTo>
                  <a:cubicBezTo>
                    <a:pt x="11319" y="-730"/>
                    <a:pt x="828" y="8434"/>
                    <a:pt x="48" y="20514"/>
                  </a:cubicBezTo>
                  <a:cubicBezTo>
                    <a:pt x="-16" y="21451"/>
                    <a:pt x="-16" y="22389"/>
                    <a:pt x="48" y="23325"/>
                  </a:cubicBezTo>
                  <a:lnTo>
                    <a:pt x="48" y="129582"/>
                  </a:lnTo>
                  <a:cubicBezTo>
                    <a:pt x="-7" y="141637"/>
                    <a:pt x="9785" y="151451"/>
                    <a:pt x="21918" y="151500"/>
                  </a:cubicBezTo>
                  <a:cubicBezTo>
                    <a:pt x="21945" y="151500"/>
                    <a:pt x="21982" y="151500"/>
                    <a:pt x="22009" y="15150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5" name="Freeform 35">
              <a:extLst>
                <a:ext uri="{FF2B5EF4-FFF2-40B4-BE49-F238E27FC236}">
                  <a16:creationId xmlns:a16="http://schemas.microsoft.com/office/drawing/2014/main" id="{0B4EEF7D-1D1F-7611-2AD6-3168E2EE165C}"/>
                </a:ext>
              </a:extLst>
            </p:cNvPr>
            <p:cNvSpPr/>
            <p:nvPr/>
          </p:nvSpPr>
          <p:spPr>
            <a:xfrm>
              <a:off x="7930779" y="2919593"/>
              <a:ext cx="44108" cy="279187"/>
            </a:xfrm>
            <a:custGeom>
              <a:avLst/>
              <a:gdLst>
                <a:gd name="connsiteX0" fmla="*/ 44061 w 44108"/>
                <a:gd name="connsiteY0" fmla="*/ 255863 h 279187"/>
                <a:gd name="connsiteX1" fmla="*/ 44061 w 44108"/>
                <a:gd name="connsiteY1" fmla="*/ 23325 h 279187"/>
                <a:gd name="connsiteX2" fmla="*/ 23470 w 44108"/>
                <a:gd name="connsiteY2" fmla="*/ 46 h 279187"/>
                <a:gd name="connsiteX3" fmla="*/ 48 w 44108"/>
                <a:gd name="connsiteY3" fmla="*/ 20514 h 279187"/>
                <a:gd name="connsiteX4" fmla="*/ 48 w 44108"/>
                <a:gd name="connsiteY4" fmla="*/ 23325 h 279187"/>
                <a:gd name="connsiteX5" fmla="*/ 48 w 44108"/>
                <a:gd name="connsiteY5" fmla="*/ 255863 h 279187"/>
                <a:gd name="connsiteX6" fmla="*/ 20639 w 44108"/>
                <a:gd name="connsiteY6" fmla="*/ 279142 h 279187"/>
                <a:gd name="connsiteX7" fmla="*/ 44061 w 44108"/>
                <a:gd name="connsiteY7" fmla="*/ 258674 h 279187"/>
                <a:gd name="connsiteX8" fmla="*/ 44061 w 44108"/>
                <a:gd name="connsiteY8" fmla="*/ 255863 h 27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8" h="279187">
                  <a:moveTo>
                    <a:pt x="44061" y="255863"/>
                  </a:moveTo>
                  <a:lnTo>
                    <a:pt x="44061" y="23325"/>
                  </a:lnTo>
                  <a:cubicBezTo>
                    <a:pt x="44842" y="11244"/>
                    <a:pt x="35621" y="822"/>
                    <a:pt x="23470" y="46"/>
                  </a:cubicBezTo>
                  <a:cubicBezTo>
                    <a:pt x="11319" y="-730"/>
                    <a:pt x="828" y="8434"/>
                    <a:pt x="48" y="20514"/>
                  </a:cubicBezTo>
                  <a:cubicBezTo>
                    <a:pt x="-16" y="21450"/>
                    <a:pt x="-16" y="22389"/>
                    <a:pt x="48" y="23325"/>
                  </a:cubicBezTo>
                  <a:lnTo>
                    <a:pt x="48" y="255863"/>
                  </a:lnTo>
                  <a:cubicBezTo>
                    <a:pt x="-733" y="267944"/>
                    <a:pt x="8487" y="278366"/>
                    <a:pt x="20639" y="279142"/>
                  </a:cubicBezTo>
                  <a:cubicBezTo>
                    <a:pt x="32790" y="279919"/>
                    <a:pt x="43281" y="270754"/>
                    <a:pt x="44061" y="258674"/>
                  </a:cubicBezTo>
                  <a:cubicBezTo>
                    <a:pt x="44125" y="257737"/>
                    <a:pt x="44125" y="256799"/>
                    <a:pt x="44061" y="255863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6" name="Freeform 36">
              <a:extLst>
                <a:ext uri="{FF2B5EF4-FFF2-40B4-BE49-F238E27FC236}">
                  <a16:creationId xmlns:a16="http://schemas.microsoft.com/office/drawing/2014/main" id="{9A55B643-50C9-ECA1-F047-7AF4A01DADB7}"/>
                </a:ext>
              </a:extLst>
            </p:cNvPr>
            <p:cNvSpPr/>
            <p:nvPr/>
          </p:nvSpPr>
          <p:spPr>
            <a:xfrm>
              <a:off x="8051886" y="3003443"/>
              <a:ext cx="44285" cy="150187"/>
            </a:xfrm>
            <a:custGeom>
              <a:avLst/>
              <a:gdLst>
                <a:gd name="connsiteX0" fmla="*/ 21961 w 44285"/>
                <a:gd name="connsiteY0" fmla="*/ 150185 h 150187"/>
                <a:gd name="connsiteX1" fmla="*/ 44286 w 44285"/>
                <a:gd name="connsiteY1" fmla="*/ 128720 h 150187"/>
                <a:gd name="connsiteX2" fmla="*/ 44286 w 44285"/>
                <a:gd name="connsiteY2" fmla="*/ 128266 h 150187"/>
                <a:gd name="connsiteX3" fmla="*/ 44286 w 44285"/>
                <a:gd name="connsiteY3" fmla="*/ 22009 h 150187"/>
                <a:gd name="connsiteX4" fmla="*/ 22143 w 44285"/>
                <a:gd name="connsiteY4" fmla="*/ 0 h 150187"/>
                <a:gd name="connsiteX5" fmla="*/ 0 w 44285"/>
                <a:gd name="connsiteY5" fmla="*/ 22009 h 150187"/>
                <a:gd name="connsiteX6" fmla="*/ 0 w 44285"/>
                <a:gd name="connsiteY6" fmla="*/ 128266 h 150187"/>
                <a:gd name="connsiteX7" fmla="*/ 22052 w 44285"/>
                <a:gd name="connsiteY7" fmla="*/ 150185 h 15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285" h="150187">
                  <a:moveTo>
                    <a:pt x="21961" y="150185"/>
                  </a:moveTo>
                  <a:cubicBezTo>
                    <a:pt x="34086" y="150384"/>
                    <a:pt x="44086" y="140774"/>
                    <a:pt x="44286" y="128720"/>
                  </a:cubicBezTo>
                  <a:cubicBezTo>
                    <a:pt x="44286" y="128569"/>
                    <a:pt x="44286" y="128417"/>
                    <a:pt x="44286" y="128266"/>
                  </a:cubicBezTo>
                  <a:lnTo>
                    <a:pt x="44286" y="22009"/>
                  </a:lnTo>
                  <a:cubicBezTo>
                    <a:pt x="44286" y="9854"/>
                    <a:pt x="34376" y="0"/>
                    <a:pt x="22143" y="0"/>
                  </a:cubicBezTo>
                  <a:cubicBezTo>
                    <a:pt x="9910" y="0"/>
                    <a:pt x="0" y="9854"/>
                    <a:pt x="0" y="22009"/>
                  </a:cubicBezTo>
                  <a:lnTo>
                    <a:pt x="0" y="128266"/>
                  </a:lnTo>
                  <a:cubicBezTo>
                    <a:pt x="0" y="140372"/>
                    <a:pt x="9874" y="150185"/>
                    <a:pt x="22052" y="150185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46A6ACD1-E596-9055-243C-B9CF5CFB813D}"/>
                </a:ext>
              </a:extLst>
            </p:cNvPr>
            <p:cNvSpPr/>
            <p:nvPr/>
          </p:nvSpPr>
          <p:spPr>
            <a:xfrm>
              <a:off x="8173172" y="3063878"/>
              <a:ext cx="44107" cy="91156"/>
            </a:xfrm>
            <a:custGeom>
              <a:avLst/>
              <a:gdLst>
                <a:gd name="connsiteX0" fmla="*/ 22007 w 44107"/>
                <a:gd name="connsiteY0" fmla="*/ 0 h 91156"/>
                <a:gd name="connsiteX1" fmla="*/ 46 w 44107"/>
                <a:gd name="connsiteY1" fmla="*/ 21829 h 91156"/>
                <a:gd name="connsiteX2" fmla="*/ 46 w 44107"/>
                <a:gd name="connsiteY2" fmla="*/ 21919 h 91156"/>
                <a:gd name="connsiteX3" fmla="*/ 46 w 44107"/>
                <a:gd name="connsiteY3" fmla="*/ 67831 h 91156"/>
                <a:gd name="connsiteX4" fmla="*/ 20637 w 44107"/>
                <a:gd name="connsiteY4" fmla="*/ 91110 h 91156"/>
                <a:gd name="connsiteX5" fmla="*/ 44059 w 44107"/>
                <a:gd name="connsiteY5" fmla="*/ 70642 h 91156"/>
                <a:gd name="connsiteX6" fmla="*/ 44059 w 44107"/>
                <a:gd name="connsiteY6" fmla="*/ 67831 h 91156"/>
                <a:gd name="connsiteX7" fmla="*/ 44059 w 44107"/>
                <a:gd name="connsiteY7" fmla="*/ 21919 h 91156"/>
                <a:gd name="connsiteX8" fmla="*/ 22007 w 44107"/>
                <a:gd name="connsiteY8" fmla="*/ 0 h 9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7" h="91156">
                  <a:moveTo>
                    <a:pt x="22007" y="0"/>
                  </a:moveTo>
                  <a:cubicBezTo>
                    <a:pt x="9874" y="0"/>
                    <a:pt x="46" y="9773"/>
                    <a:pt x="46" y="21829"/>
                  </a:cubicBezTo>
                  <a:cubicBezTo>
                    <a:pt x="46" y="21858"/>
                    <a:pt x="46" y="21889"/>
                    <a:pt x="46" y="21919"/>
                  </a:cubicBezTo>
                  <a:lnTo>
                    <a:pt x="46" y="67831"/>
                  </a:lnTo>
                  <a:cubicBezTo>
                    <a:pt x="-734" y="79912"/>
                    <a:pt x="8486" y="90334"/>
                    <a:pt x="20637" y="91110"/>
                  </a:cubicBezTo>
                  <a:cubicBezTo>
                    <a:pt x="32789" y="91887"/>
                    <a:pt x="43279" y="82722"/>
                    <a:pt x="44059" y="70642"/>
                  </a:cubicBezTo>
                  <a:cubicBezTo>
                    <a:pt x="44123" y="69705"/>
                    <a:pt x="44123" y="68767"/>
                    <a:pt x="44059" y="67831"/>
                  </a:cubicBezTo>
                  <a:lnTo>
                    <a:pt x="44059" y="21919"/>
                  </a:lnTo>
                  <a:cubicBezTo>
                    <a:pt x="44059" y="9813"/>
                    <a:pt x="34186" y="0"/>
                    <a:pt x="22007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092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Goal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3F3C5007-110B-465A-A700-D977D746AC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1568" y="460407"/>
            <a:ext cx="5068420" cy="276909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8F39DDA-68D6-444B-8115-525B6CF968F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1568" y="730237"/>
            <a:ext cx="5068420" cy="860619"/>
          </a:xfrm>
          <a:solidFill>
            <a:srgbClr val="FFFFFF">
              <a:alpha val="80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7BA90AE-EB62-4792-B9B1-9019DC9CA3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568" y="1626296"/>
            <a:ext cx="5068420" cy="276909"/>
          </a:xfrm>
          <a:noFill/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D011179-7941-4B28-9E1C-8B051662766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11568" y="1895890"/>
            <a:ext cx="5068420" cy="224155"/>
          </a:xfrm>
          <a:noFill/>
        </p:spPr>
        <p:txBody>
          <a:bodyPr>
            <a:noAutofit/>
          </a:bodyPr>
          <a:lstStyle>
            <a:lvl1pPr marL="0" indent="0">
              <a:buNone/>
              <a:defRPr sz="1200" i="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10AA88B2-9207-453B-9BF3-07FF7E84C9B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11568" y="2133069"/>
            <a:ext cx="5068420" cy="1188720"/>
          </a:xfrm>
          <a:solidFill>
            <a:srgbClr val="FFFFFF">
              <a:alpha val="80000"/>
            </a:srgbClr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171450" indent="-171450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"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FADD83D4-DF65-426E-8138-54B6CB51029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1568" y="3453743"/>
            <a:ext cx="5068420" cy="217228"/>
          </a:xfrm>
          <a:noFill/>
        </p:spPr>
        <p:txBody>
          <a:bodyPr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7A1026F6-F6DA-453C-9022-D2A1975148F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1568" y="3670971"/>
            <a:ext cx="5068420" cy="1188720"/>
          </a:xfrm>
          <a:solidFill>
            <a:srgbClr val="FFFFFF">
              <a:alpha val="80000"/>
            </a:srgbClr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171450" indent="-171450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"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0B005AB2-A624-49DA-A8E9-7C12B238F8C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1568" y="4992216"/>
            <a:ext cx="5068420" cy="221843"/>
          </a:xfrm>
          <a:noFill/>
        </p:spPr>
        <p:txBody>
          <a:bodyPr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F288245-0221-4CCB-98A1-CA34045F46B0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11568" y="5208873"/>
            <a:ext cx="5068420" cy="1188720"/>
          </a:xfrm>
          <a:solidFill>
            <a:srgbClr val="FFFFFF">
              <a:alpha val="80000"/>
            </a:srgbClr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171450" indent="-171450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"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397E9532-07DC-4912-955B-1B517919A78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18046" y="452132"/>
            <a:ext cx="5065776" cy="276909"/>
          </a:xfrm>
          <a:noFill/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5" name="Picture Placeholder 3" descr="An empty placeholder to add an image. Click on the placeholder and select the image that you wish to add.">
            <a:extLst>
              <a:ext uri="{FF2B5EF4-FFF2-40B4-BE49-F238E27FC236}">
                <a16:creationId xmlns:a16="http://schemas.microsoft.com/office/drawing/2014/main" id="{B8C0C537-B6C4-4D0D-9F7F-DB0C64FD3E0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484891" y="1131140"/>
            <a:ext cx="1841256" cy="185919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E8FED0F7-DB0F-4BAC-875E-FC8C88D35E3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74747" y="944086"/>
            <a:ext cx="2432304" cy="2233299"/>
          </a:xfrm>
          <a:ln w="9525" cmpd="dbl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200" i="1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2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17F0A13C-85B0-4280-ACD6-D60B5F2B199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218046" y="3393256"/>
            <a:ext cx="2402907" cy="274320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9" name="Text Placeholder 13">
            <a:extLst>
              <a:ext uri="{FF2B5EF4-FFF2-40B4-BE49-F238E27FC236}">
                <a16:creationId xmlns:a16="http://schemas.microsoft.com/office/drawing/2014/main" id="{FFE0EE75-D0E4-46F1-9290-C362F2C2410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18046" y="3667576"/>
            <a:ext cx="2402907" cy="2738104"/>
          </a:xfrm>
          <a:solidFill>
            <a:srgbClr val="FFFFFF">
              <a:alpha val="80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336207F6-A73B-4CB3-88F4-4CE08046E9A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863215" y="3394062"/>
            <a:ext cx="2404872" cy="276909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4BAE244A-98A4-471A-82F3-B5E19624ACC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863215" y="3670971"/>
            <a:ext cx="2404872" cy="1188720"/>
          </a:xfrm>
          <a:solidFill>
            <a:srgbClr val="FFFFFF">
              <a:alpha val="80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D328CA3-647F-4019-9B1A-07D3237683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63215" y="4931964"/>
            <a:ext cx="2404872" cy="276909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8504B98B-017C-4F77-9282-4167548597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863215" y="5208873"/>
            <a:ext cx="2404872" cy="1196807"/>
          </a:xfrm>
          <a:solidFill>
            <a:srgbClr val="FFFFFF">
              <a:alpha val="80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Add text</a:t>
            </a:r>
          </a:p>
        </p:txBody>
      </p:sp>
    </p:spTree>
    <p:extLst>
      <p:ext uri="{BB962C8B-B14F-4D97-AF65-F5344CB8AC3E}">
        <p14:creationId xmlns:p14="http://schemas.microsoft.com/office/powerpoint/2010/main" val="14376777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 w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able Placeholder 11">
            <a:extLst>
              <a:ext uri="{FF2B5EF4-FFF2-40B4-BE49-F238E27FC236}">
                <a16:creationId xmlns:a16="http://schemas.microsoft.com/office/drawing/2014/main" id="{C83B223E-030E-74D0-B6FA-BEC3DA7BD3FA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21103" y="1409701"/>
            <a:ext cx="10974395" cy="3932321"/>
          </a:xfrm>
          <a:prstGeom prst="rect">
            <a:avLst/>
          </a:prstGeom>
        </p:spPr>
        <p:txBody>
          <a:bodyPr lIns="45720" tIns="45720" rIns="45720" bIns="4572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Click icon to add table</a:t>
            </a:r>
            <a:endParaRPr lang="en-GB" noProof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9B8D9E7-EAC8-4A5C-4139-BA396711F07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2125" y="5586423"/>
            <a:ext cx="5463875" cy="365760"/>
          </a:xfrm>
          <a:prstGeom prst="rect">
            <a:avLst/>
          </a:prstGeom>
        </p:spPr>
        <p:txBody>
          <a:bodyPr lIns="45720" tIns="45720" rIns="45720" bIns="4572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 i="0" baseline="0">
                <a:solidFill>
                  <a:schemeClr val="tx1"/>
                </a:solidFill>
                <a:latin typeface="+mn-lt"/>
                <a:cs typeface="CiscoSansTT Light" panose="020B0503020201020303" pitchFamily="34" charset="0"/>
              </a:defRPr>
            </a:lvl1pPr>
            <a:lvl2pPr marL="406361" indent="0">
              <a:buNone/>
              <a:defRPr/>
            </a:lvl2pPr>
            <a:lvl3pPr marL="569848" indent="0">
              <a:buNone/>
              <a:defRPr/>
            </a:lvl3pPr>
            <a:lvl4pPr marL="688903" indent="0">
              <a:buNone/>
              <a:defRPr/>
            </a:lvl4pPr>
            <a:lvl5pPr marL="801601" indent="0">
              <a:buNone/>
              <a:defRPr/>
            </a:lvl5pPr>
          </a:lstStyle>
          <a:p>
            <a:pPr lvl="0"/>
            <a:r>
              <a:rPr lang="en-GB"/>
              <a:t>Table caption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051B1935-8F76-89F3-34A7-104AF19A7D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3" y="384079"/>
            <a:ext cx="10972800" cy="685800"/>
          </a:xfrm>
          <a:prstGeom prst="rect">
            <a:avLst/>
          </a:prstGeom>
        </p:spPr>
        <p:txBody>
          <a:bodyPr vert="horz" lIns="45720" tIns="45720" rIns="45720" bIns="45720" rtlCol="0" anchor="ctr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08330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ing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DDAFA0FC-3FA3-4C46-8A2A-8741F19BF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9331C3A5-C899-4F2F-B1EE-45BE7F454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15" name="Slide Number Placeholder 2">
            <a:extLst>
              <a:ext uri="{FF2B5EF4-FFF2-40B4-BE49-F238E27FC236}">
                <a16:creationId xmlns:a16="http://schemas.microsoft.com/office/drawing/2014/main" id="{F557404C-C9A2-4EB7-8D68-479CA0F4A8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77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ight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-8878" y="0"/>
            <a:ext cx="12207240" cy="1074546"/>
          </a:xfrm>
          <a:prstGeom prst="rect">
            <a:avLst/>
          </a:prstGeom>
          <a:solidFill>
            <a:srgbClr val="2CBAE8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270919" y="210963"/>
            <a:ext cx="11127317" cy="706058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Goes Here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83689" y="1298388"/>
            <a:ext cx="11127316" cy="4823012"/>
          </a:xfrm>
          <a:prstGeom prst="rect">
            <a:avLst/>
          </a:prstGeom>
        </p:spPr>
        <p:txBody>
          <a:bodyPr lIns="121890" tIns="60945" rIns="121890" bIns="60945">
            <a:noAutofit/>
          </a:bodyPr>
          <a:lstStyle>
            <a:lvl1pPr marL="304792" indent="-228594">
              <a:lnSpc>
                <a:spcPct val="95000"/>
              </a:lnSpc>
              <a:spcBef>
                <a:spcPts val="1480"/>
              </a:spcBef>
              <a:buClr>
                <a:srgbClr val="094176"/>
              </a:buClr>
              <a:buSzPct val="80000"/>
              <a:buFont typeface="Arial"/>
              <a:buChar char="•"/>
              <a:defRPr sz="2700" b="0" i="0">
                <a:solidFill>
                  <a:srgbClr val="094176"/>
                </a:solidFill>
                <a:latin typeface="+mn-lt"/>
                <a:ea typeface="CiscoSansTT Thin" charset="0"/>
                <a:cs typeface="CiscoSansTT Thin" charset="0"/>
              </a:defRPr>
            </a:lvl1pPr>
            <a:lvl2pPr marL="609585" indent="-220128">
              <a:lnSpc>
                <a:spcPct val="95000"/>
              </a:lnSpc>
              <a:spcBef>
                <a:spcPts val="600"/>
              </a:spcBef>
              <a:buClr>
                <a:srgbClr val="094176"/>
              </a:buClr>
              <a:buSzPct val="80000"/>
              <a:buFont typeface="Arial"/>
              <a:buChar char="•"/>
              <a:defRPr sz="2400" b="0" i="0">
                <a:solidFill>
                  <a:srgbClr val="094176"/>
                </a:solidFill>
                <a:latin typeface="+mn-lt"/>
                <a:ea typeface="CiscoSansTT Thin" charset="0"/>
                <a:cs typeface="CiscoSansTT Thin" charset="0"/>
              </a:defRPr>
            </a:lvl2pPr>
            <a:lvl3pPr marL="914377" indent="-146047">
              <a:buClr>
                <a:srgbClr val="094176"/>
              </a:buClr>
              <a:buSzPct val="80000"/>
              <a:buFont typeface="Arial"/>
              <a:buChar char="•"/>
              <a:defRPr sz="2100" b="0" i="0">
                <a:solidFill>
                  <a:srgbClr val="094176"/>
                </a:solidFill>
                <a:latin typeface="+mn-lt"/>
                <a:ea typeface="CiscoSansTT Thin" charset="0"/>
                <a:cs typeface="CiscoSansTT Thin" charset="0"/>
              </a:defRPr>
            </a:lvl3pPr>
            <a:lvl4pPr marL="1214683" indent="-228548">
              <a:buClr>
                <a:srgbClr val="094176"/>
              </a:buClr>
              <a:buSzPct val="80000"/>
              <a:buFont typeface="Arial"/>
              <a:buChar char="•"/>
              <a:defRPr sz="1900" b="0" i="0">
                <a:solidFill>
                  <a:srgbClr val="094176"/>
                </a:solidFill>
                <a:latin typeface="+mn-lt"/>
                <a:ea typeface="CiscoSansTT Thin" charset="0"/>
                <a:cs typeface="CiscoSansTT Thin" charset="0"/>
              </a:defRPr>
            </a:lvl4pPr>
            <a:lvl5pPr marL="1443231" indent="-224314">
              <a:buClr>
                <a:srgbClr val="094176"/>
              </a:buClr>
              <a:buSzPct val="80000"/>
              <a:buFont typeface="Arial"/>
              <a:buChar char="•"/>
              <a:defRPr sz="1600" b="0" i="0">
                <a:solidFill>
                  <a:srgbClr val="094176"/>
                </a:solidFill>
                <a:latin typeface="+mn-lt"/>
                <a:ea typeface="CiscoSansTT Thin" charset="0"/>
                <a:cs typeface="CiscoSansTT Thin" charset="0"/>
              </a:defRPr>
            </a:lvl5pPr>
          </a:lstStyle>
          <a:p>
            <a:pPr lvl="0"/>
            <a:r>
              <a:rPr lang="en-GB"/>
              <a:t>First level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62431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94324CF-7569-9473-4B27-8BF0608A7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/>
              <a:t>Slide Title</a:t>
            </a:r>
          </a:p>
        </p:txBody>
      </p:sp>
      <p:sp>
        <p:nvSpPr>
          <p:cNvPr id="10" name="Chart Placeholder 5">
            <a:extLst>
              <a:ext uri="{FF2B5EF4-FFF2-40B4-BE49-F238E27FC236}">
                <a16:creationId xmlns:a16="http://schemas.microsoft.com/office/drawing/2014/main" id="{AD89B21B-0A32-7612-3A4F-3CF610A7BF75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6451600" y="1625598"/>
            <a:ext cx="5416550" cy="46323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F13C8367-8B9F-6608-5CB0-D5B9870B10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863601"/>
            <a:ext cx="11544300" cy="49244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Summary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7FE10E66-BADB-CF55-AD03-626B77E1BF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1757680"/>
            <a:ext cx="5883910" cy="2936240"/>
          </a:xfrm>
        </p:spPr>
        <p:txBody>
          <a:bodyPr/>
          <a:lstStyle/>
          <a:p>
            <a:pPr lvl="0"/>
            <a:r>
              <a:rPr lang="en-US"/>
              <a:t>Points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17AAA9-BC21-3275-6B45-9CDCDF3921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0" y="4881881"/>
            <a:ext cx="5883910" cy="1376044"/>
          </a:xfrm>
        </p:spPr>
        <p:txBody>
          <a:bodyPr/>
          <a:lstStyle>
            <a:lvl1pPr algn="l">
              <a:buNone/>
              <a:defRPr/>
            </a:lvl1pPr>
          </a:lstStyle>
          <a:p>
            <a:pPr lvl="0"/>
            <a:r>
              <a:rPr lang="en-US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4185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theme" Target="../theme/theme1.xml"/><Relationship Id="rId63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F21F2830-F0A3-2EAC-C709-5C928A8C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55BE63C-8C0C-FC75-3DF2-F8F96A3C8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754" y="1244599"/>
            <a:ext cx="11544396" cy="4835321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9B4362-70A2-3ADC-C4AA-ADA6E4E09C94}"/>
              </a:ext>
            </a:extLst>
          </p:cNvPr>
          <p:cNvSpPr>
            <a:spLocks/>
          </p:cNvSpPr>
          <p:nvPr userDrawn="1"/>
        </p:nvSpPr>
        <p:spPr bwMode="ltGray">
          <a:xfrm>
            <a:off x="323850" y="6448930"/>
            <a:ext cx="3285935" cy="409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defTabSz="8143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rPr>
              <a:t>© 2025 Cisco and/or its affiliates. All rights reserved.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2B348-7CFA-9BD7-7FBA-A3E160A677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</a:lstStyle>
          <a:p>
            <a:pPr defTabSz="814318">
              <a:defRPr/>
            </a:pPr>
            <a:r>
              <a:rPr lang="en-US"/>
              <a:t>Session ID: BRKSEC-XXXX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ECAE8E-F596-3416-3914-B7C065191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</a:lstStyle>
          <a:p>
            <a:fld id="{C3C42FAE-7A31-41D3-A712-51D9B15D0B1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7" descr="Cisco Logo">
            <a:extLst>
              <a:ext uri="{FF2B5EF4-FFF2-40B4-BE49-F238E27FC236}">
                <a16:creationId xmlns:a16="http://schemas.microsoft.com/office/drawing/2014/main" id="{E912C7E4-465D-A60D-49E8-6866FAAE655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/>
        </p:blipFill>
        <p:spPr>
          <a:xfrm>
            <a:off x="11520088" y="6354445"/>
            <a:ext cx="348061" cy="1828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C21473-EED0-3E97-9FE1-0C88043E09F2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5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790740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marL="0" indent="0" algn="l" defTabSz="912276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Tx/>
        <a:buSzPct val="70000"/>
        <a:buFont typeface="Arial" panose="020B0604020202020204" pitchFamily="34" charset="0"/>
        <a:buNone/>
        <a:defRPr lang="en-US" sz="3200" b="0" i="0" u="none" kern="1200" dirty="0">
          <a:solidFill>
            <a:schemeClr val="bg1"/>
          </a:solidFill>
          <a:latin typeface="+mj-lt"/>
          <a:ea typeface="CiscoSansTT Thin" charset="0"/>
          <a:cs typeface="CiscoSansTT Thin" charset="0"/>
        </a:defRPr>
      </a:lvl1pPr>
      <a:lvl2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2pPr>
      <a:lvl3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3pPr>
      <a:lvl4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4pPr>
      <a:lvl5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5pPr>
      <a:lvl6pPr marL="609595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6pPr>
      <a:lvl7pPr marL="1219190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7pPr>
      <a:lvl8pPr marL="1828785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8pPr>
      <a:lvl9pPr marL="2438379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9pPr>
    </p:titleStyle>
    <p:bodyStyle>
      <a:lvl1pPr marL="18288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1pPr>
      <a:lvl2pPr marL="36576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8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2pPr>
      <a:lvl3pPr marL="54864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3pPr>
      <a:lvl4pPr marL="73152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4pPr>
      <a:lvl5pPr marL="91440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2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5pPr>
      <a:lvl6pPr marL="1151798" indent="-228592" algn="l" defTabSz="914362" rtl="0" eaLnBrk="1" latinLnBrk="0" hangingPunct="1">
        <a:spcBef>
          <a:spcPts val="800"/>
        </a:spcBef>
        <a:buFont typeface="Arial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247781" indent="-228561" algn="l" defTabSz="914362" rtl="0" eaLnBrk="1" latinLnBrk="0" hangingPunct="1">
        <a:spcBef>
          <a:spcPts val="800"/>
        </a:spcBef>
        <a:buFont typeface="Arial" pitchFamily="34" charset="0"/>
        <a:buChar char="•"/>
        <a:defRPr sz="106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267" indent="0" algn="l" defTabSz="91436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38" indent="-228592" algn="l" defTabSz="91436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62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2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5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3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3086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267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0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04">
          <p15:clr>
            <a:srgbClr val="F26B43"/>
          </p15:clr>
        </p15:guide>
        <p15:guide id="3" pos="7476">
          <p15:clr>
            <a:srgbClr val="F26B43"/>
          </p15:clr>
        </p15:guide>
        <p15:guide id="6" pos="3840">
          <p15:clr>
            <a:srgbClr val="F26B43"/>
          </p15:clr>
        </p15:guide>
        <p15:guide id="9" orient="horz" pos="3827">
          <p15:clr>
            <a:srgbClr val="9FCC3B"/>
          </p15:clr>
        </p15:guide>
        <p15:guide id="10" orient="horz" pos="202">
          <p15:clr>
            <a:srgbClr val="F26B43"/>
          </p15:clr>
        </p15:guide>
        <p15:guide id="11" orient="horz" pos="2160">
          <p15:clr>
            <a:srgbClr val="F26B43"/>
          </p15:clr>
        </p15:guide>
        <p15:guide id="12" orient="horz" pos="392">
          <p15:clr>
            <a:srgbClr val="A4A3A4"/>
          </p15:clr>
        </p15:guide>
        <p15:guide id="13" orient="horz" pos="2552">
          <p15:clr>
            <a:srgbClr val="A4A3A4"/>
          </p15:clr>
        </p15:guide>
        <p15:guide id="14" orient="horz" pos="600">
          <p15:clr>
            <a:srgbClr val="A4A3A4"/>
          </p15:clr>
        </p15:guide>
        <p15:guide id="15" orient="horz" pos="1766">
          <p15:clr>
            <a:srgbClr val="A4A3A4"/>
          </p15:clr>
        </p15:guide>
        <p15:guide id="16" orient="horz" pos="2355">
          <p15:clr>
            <a:srgbClr val="A4A3A4"/>
          </p15:clr>
        </p15:guide>
        <p15:guide id="18" orient="horz" pos="4118">
          <p15:clr>
            <a:srgbClr val="F26B43"/>
          </p15:clr>
        </p15:guide>
        <p15:guide id="19" orient="horz" pos="1178">
          <p15:clr>
            <a:srgbClr val="A4A3A4"/>
          </p15:clr>
        </p15:guide>
        <p15:guide id="20" orient="horz" pos="1374">
          <p15:clr>
            <a:srgbClr val="A4A3A4"/>
          </p15:clr>
        </p15:guide>
        <p15:guide id="21" orient="horz" pos="1570">
          <p15:clr>
            <a:srgbClr val="A4A3A4"/>
          </p15:clr>
        </p15:guide>
        <p15:guide id="22" pos="703">
          <p15:clr>
            <a:srgbClr val="A4A3A4"/>
          </p15:clr>
        </p15:guide>
        <p15:guide id="23" pos="820">
          <p15:clr>
            <a:srgbClr val="A4A3A4"/>
          </p15:clr>
        </p15:guide>
        <p15:guide id="24" pos="1321">
          <p15:clr>
            <a:srgbClr val="A4A3A4"/>
          </p15:clr>
        </p15:guide>
        <p15:guide id="25" pos="1435">
          <p15:clr>
            <a:srgbClr val="A4A3A4"/>
          </p15:clr>
        </p15:guide>
        <p15:guide id="26" pos="1936">
          <p15:clr>
            <a:srgbClr val="A4A3A4"/>
          </p15:clr>
        </p15:guide>
        <p15:guide id="27" pos="2051">
          <p15:clr>
            <a:srgbClr val="A4A3A4"/>
          </p15:clr>
        </p15:guide>
        <p15:guide id="28" pos="2551">
          <p15:clr>
            <a:srgbClr val="A4A3A4"/>
          </p15:clr>
        </p15:guide>
        <p15:guide id="29" pos="2665">
          <p15:clr>
            <a:srgbClr val="A4A3A4"/>
          </p15:clr>
        </p15:guide>
        <p15:guide id="30" pos="3167">
          <p15:clr>
            <a:srgbClr val="A4A3A4"/>
          </p15:clr>
        </p15:guide>
        <p15:guide id="31" pos="3281">
          <p15:clr>
            <a:srgbClr val="A4A3A4"/>
          </p15:clr>
        </p15:guide>
        <p15:guide id="32" pos="3783">
          <p15:clr>
            <a:srgbClr val="A4A3A4"/>
          </p15:clr>
        </p15:guide>
        <p15:guide id="33" pos="3896">
          <p15:clr>
            <a:srgbClr val="A4A3A4"/>
          </p15:clr>
        </p15:guide>
        <p15:guide id="34" pos="4397">
          <p15:clr>
            <a:srgbClr val="A4A3A4"/>
          </p15:clr>
        </p15:guide>
        <p15:guide id="35" pos="4512">
          <p15:clr>
            <a:srgbClr val="A4A3A4"/>
          </p15:clr>
        </p15:guide>
        <p15:guide id="36" pos="5013">
          <p15:clr>
            <a:srgbClr val="A4A3A4"/>
          </p15:clr>
        </p15:guide>
        <p15:guide id="37" pos="5128">
          <p15:clr>
            <a:srgbClr val="A4A3A4"/>
          </p15:clr>
        </p15:guide>
        <p15:guide id="38" pos="5629">
          <p15:clr>
            <a:srgbClr val="A4A3A4"/>
          </p15:clr>
        </p15:guide>
        <p15:guide id="39" pos="5742">
          <p15:clr>
            <a:srgbClr val="A4A3A4"/>
          </p15:clr>
        </p15:guide>
        <p15:guide id="40" pos="6244">
          <p15:clr>
            <a:srgbClr val="A4A3A4"/>
          </p15:clr>
        </p15:guide>
        <p15:guide id="41" pos="6359">
          <p15:clr>
            <a:srgbClr val="A4A3A4"/>
          </p15:clr>
        </p15:guide>
        <p15:guide id="42" pos="6859">
          <p15:clr>
            <a:srgbClr val="A4A3A4"/>
          </p15:clr>
        </p15:guide>
        <p15:guide id="43" pos="6975">
          <p15:clr>
            <a:srgbClr val="A4A3A4"/>
          </p15:clr>
        </p15:guide>
        <p15:guide id="44" orient="horz" pos="784">
          <p15:clr>
            <a:srgbClr val="A4A3A4"/>
          </p15:clr>
        </p15:guide>
        <p15:guide id="45" orient="horz" pos="980">
          <p15:clr>
            <a:srgbClr val="A4A3A4"/>
          </p15:clr>
        </p15:guide>
        <p15:guide id="46" orient="horz" pos="1962">
          <p15:clr>
            <a:srgbClr val="A4A3A4"/>
          </p15:clr>
        </p15:guide>
        <p15:guide id="47" orient="horz" pos="2747">
          <p15:clr>
            <a:srgbClr val="A4A3A4"/>
          </p15:clr>
        </p15:guide>
        <p15:guide id="48" orient="horz" pos="2945">
          <p15:clr>
            <a:srgbClr val="A4A3A4"/>
          </p15:clr>
        </p15:guide>
        <p15:guide id="49" orient="horz" pos="3141">
          <p15:clr>
            <a:srgbClr val="A4A3A4"/>
          </p15:clr>
        </p15:guide>
        <p15:guide id="50" orient="horz" pos="3337">
          <p15:clr>
            <a:srgbClr val="A4A3A4"/>
          </p15:clr>
        </p15:guide>
        <p15:guide id="51" orient="horz" pos="3535">
          <p15:clr>
            <a:srgbClr val="A4A3A4"/>
          </p15:clr>
        </p15:guide>
        <p15:guide id="52" orient="horz" pos="3730">
          <p15:clr>
            <a:srgbClr val="A4A3A4"/>
          </p15:clr>
        </p15:guide>
        <p15:guide id="53" orient="horz" pos="3936">
          <p15:clr>
            <a:srgbClr val="A4A3A4"/>
          </p15:clr>
        </p15:guide>
        <p15:guide id="54" orient="horz" pos="187">
          <p15:clr>
            <a:srgbClr val="9FCC3B"/>
          </p15:clr>
        </p15:guide>
        <p15:guide id="55" pos="455">
          <p15:clr>
            <a:srgbClr val="9FCC3B"/>
          </p15:clr>
        </p15:guide>
        <p15:guide id="56" pos="1069">
          <p15:clr>
            <a:srgbClr val="9FCC3B"/>
          </p15:clr>
        </p15:guide>
        <p15:guide id="57" pos="1685">
          <p15:clr>
            <a:srgbClr val="9FCC3B"/>
          </p15:clr>
        </p15:guide>
        <p15:guide id="58" pos="2301">
          <p15:clr>
            <a:srgbClr val="9FCC3B"/>
          </p15:clr>
        </p15:guide>
        <p15:guide id="59" pos="2915">
          <p15:clr>
            <a:srgbClr val="9FCC3B"/>
          </p15:clr>
        </p15:guide>
        <p15:guide id="60" pos="3531">
          <p15:clr>
            <a:srgbClr val="9FCC3B"/>
          </p15:clr>
        </p15:guide>
        <p15:guide id="61" pos="4146">
          <p15:clr>
            <a:srgbClr val="9FCC3B"/>
          </p15:clr>
        </p15:guide>
        <p15:guide id="62" pos="4762">
          <p15:clr>
            <a:srgbClr val="9FCC3B"/>
          </p15:clr>
        </p15:guide>
        <p15:guide id="63" pos="5378">
          <p15:clr>
            <a:srgbClr val="9FCC3B"/>
          </p15:clr>
        </p15:guide>
        <p15:guide id="64" pos="5992">
          <p15:clr>
            <a:srgbClr val="9FCC3B"/>
          </p15:clr>
        </p15:guide>
        <p15:guide id="65" pos="6609">
          <p15:clr>
            <a:srgbClr val="9FCC3B"/>
          </p15:clr>
        </p15:guide>
        <p15:guide id="66" pos="7225">
          <p15:clr>
            <a:srgbClr val="9FCC3B"/>
          </p15:clr>
        </p15:guide>
      </p15:sldGuideLst>
    </p:ext>
  </p:extLst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Relationship Id="rId9" Type="http://schemas.openxmlformats.org/officeDocument/2006/relationships/image" Target="../media/image22.jpeg"/><Relationship Id="rId10" Type="http://schemas.openxmlformats.org/officeDocument/2006/relationships/image" Target="../media/image23.jpeg"/><Relationship Id="rId11" Type="http://schemas.openxmlformats.org/officeDocument/2006/relationships/image" Target="../media/image24.jpeg"/><Relationship Id="rId12" Type="http://schemas.openxmlformats.org/officeDocument/2006/relationships/image" Target="../media/image25.jpeg"/><Relationship Id="rId13" Type="http://schemas.openxmlformats.org/officeDocument/2006/relationships/image" Target="../media/image26.jpeg"/><Relationship Id="rId14" Type="http://schemas.openxmlformats.org/officeDocument/2006/relationships/image" Target="../media/image27.jpeg"/><Relationship Id="rId15" Type="http://schemas.openxmlformats.org/officeDocument/2006/relationships/image" Target="../media/image31.jpeg"/><Relationship Id="rId16" Type="http://schemas.openxmlformats.org/officeDocument/2006/relationships/image" Target="../media/image32.jpeg"/><Relationship Id="rId17" Type="http://schemas.openxmlformats.org/officeDocument/2006/relationships/image" Target="../media/image34.jpeg"/><Relationship Id="rId18" Type="http://schemas.openxmlformats.org/officeDocument/2006/relationships/image" Target="../media/image28.jpeg"/><Relationship Id="rId19" Type="http://schemas.openxmlformats.org/officeDocument/2006/relationships/image" Target="../media/image30.jpeg"/><Relationship Id="rId20" Type="http://schemas.openxmlformats.org/officeDocument/2006/relationships/image" Target="../media/image33.jpeg"/><Relationship Id="rId21" Type="http://schemas.openxmlformats.org/officeDocument/2006/relationships/image" Target="../media/image29.jpeg"/><Relationship Id="rId22" Type="http://schemas.openxmlformats.org/officeDocument/2006/relationships/image" Target="../media/image35.jpeg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472" y="182880"/>
            <a:ext cx="11521440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00" b="0">
                <a:solidFill>
                  <a:srgbClr val="07182D"/>
                </a:solidFill>
                <a:latin typeface="CiscoSansTT Medium"/>
              </a:rPr>
              <a:t>Americas Collaboration Partner Sales &amp; Solution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0080"/>
            <a:ext cx="3657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iscoSansTT"/>
              </a:rPr>
              <a:t>Combined team overview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96112"/>
            <a:ext cx="3767328" cy="5623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472" y="969264"/>
            <a:ext cx="3621024" cy="310896"/>
          </a:xfrm>
          <a:prstGeom prst="roundRect">
            <a:avLst/>
          </a:prstGeom>
          <a:solidFill>
            <a:srgbClr val="E9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978408"/>
            <a:ext cx="3438144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7182D"/>
                </a:solidFill>
                <a:latin typeface="CiscoSansTT"/>
              </a:rPr>
              <a:t>Partner Sales · Chad Bullock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ECF3881-BF6A-ADEE-290A-53B29ABC457F}"/>
              </a:ext>
            </a:extLst>
          </p:cNvPr>
          <p:cNvGrpSpPr/>
          <p:nvPr/>
        </p:nvGrpSpPr>
        <p:grpSpPr>
          <a:xfrm>
            <a:off x="475488" y="1353312"/>
            <a:ext cx="3364992" cy="822960"/>
            <a:chOff x="4316840" y="1081983"/>
            <a:chExt cx="3999276" cy="1119849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3BCBD142-0D94-BCF4-83CD-3D2A4FD93701}"/>
                </a:ext>
              </a:extLst>
            </p:cNvPr>
            <p:cNvSpPr/>
            <p:nvPr/>
          </p:nvSpPr>
          <p:spPr>
            <a:xfrm>
              <a:off x="4982244" y="1184111"/>
              <a:ext cx="3333872" cy="975783"/>
            </a:xfrm>
            <a:prstGeom prst="roundRect">
              <a:avLst>
                <a:gd name="adj" fmla="val 3899"/>
              </a:avLst>
            </a:prstGeom>
            <a:noFill/>
            <a:ln w="25400" cap="flat" cmpd="sng" algn="ctr">
              <a:gradFill>
                <a:gsLst>
                  <a:gs pos="59000">
                    <a:srgbClr val="00BCEB"/>
                  </a:gs>
                  <a:gs pos="74000">
                    <a:srgbClr val="0D274D"/>
                  </a:gs>
                  <a:gs pos="82000">
                    <a:srgbClr val="DD0880"/>
                  </a:gs>
                  <a:gs pos="91000">
                    <a:srgbClr val="E45A24"/>
                  </a:gs>
                  <a:gs pos="100000">
                    <a:srgbClr val="FBAB2C"/>
                  </a:gs>
                </a:gsLst>
                <a:lin ang="5400000" scaled="1"/>
              </a:gradFill>
              <a:prstDash val="solid"/>
            </a:ln>
            <a:effectLst/>
          </p:spPr>
          <p:txBody>
            <a:bodyPr lIns="45720" rIns="45720"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414244"/>
                </a:solidFill>
                <a:effectLst/>
                <a:uLnTx/>
                <a:uFillTx/>
                <a:latin typeface="CiscoSansTT Light"/>
                <a:ea typeface="ＭＳ Ｐゴシック" charset="0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A986687C-3B20-2520-19D8-C9CECB866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529" r="17529"/>
            <a:stretch/>
          </p:blipFill>
          <p:spPr>
            <a:xfrm>
              <a:off x="4316840" y="1081983"/>
              <a:ext cx="1055469" cy="1119849"/>
            </a:xfrm>
            <a:prstGeom prst="ellipse">
              <a:avLst/>
            </a:prstGeom>
            <a:ln/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35DFC5E-9924-561B-29BE-E38503C860D3}"/>
                </a:ext>
              </a:extLst>
            </p:cNvPr>
            <p:cNvSpPr txBox="1"/>
            <p:nvPr/>
          </p:nvSpPr>
          <p:spPr>
            <a:xfrm>
              <a:off x="5439243" y="1355867"/>
              <a:ext cx="2635180" cy="7789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241283" marR="0" lvl="0" indent="0" algn="l" defTabSz="91219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E4471"/>
                </a:buClr>
                <a:buSzPct val="90000"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A60FF"/>
                  </a:solidFill>
                  <a:effectLst/>
                  <a:uLnTx/>
                  <a:uFillTx/>
                  <a:latin typeface="CiscoSansTT Light" panose="020B0503020201020303" pitchFamily="34" charset="0"/>
                  <a:ea typeface="ＭＳ Ｐゴシック" charset="0"/>
                  <a:cs typeface="CiscoSansTT Light" panose="020B0503020201020303" pitchFamily="34" charset="0"/>
                </a:rPr>
                <a:t>Chad Bullock</a:t>
              </a:r>
            </a:p>
            <a:p>
              <a:pPr marL="241283" marR="0" lvl="0" indent="0" algn="l" defTabSz="91219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E4471"/>
                </a:buClr>
                <a:buSzPct val="90000"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A60FF"/>
                  </a:solidFill>
                  <a:effectLst/>
                  <a:uLnTx/>
                  <a:uFillTx/>
                  <a:latin typeface="CiscoSansTT Light" panose="020B0503020201020303" pitchFamily="34" charset="0"/>
                  <a:ea typeface="ＭＳ Ｐゴシック" charset="0"/>
                  <a:cs typeface="CiscoSansTT Light" panose="020B0503020201020303" pitchFamily="34" charset="0"/>
                </a:rPr>
                <a:t>Leader, Partner Sales</a:t>
              </a:r>
            </a:p>
            <a:p>
              <a:pPr marL="0" marR="0" lvl="0" indent="0" algn="l" defTabSz="912253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rgbClr val="07182D"/>
                </a:buClr>
                <a:buSzPct val="100000"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/>
                <a:ea typeface="ＭＳ Ｐゴシック" charset="0"/>
                <a:cs typeface="+mn-cs"/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82EA8ECB-0D63-FC0C-6BF4-DE1866479C36}"/>
              </a:ext>
            </a:extLst>
          </p:cNvPr>
          <p:cNvSpPr/>
          <p:nvPr/>
        </p:nvSpPr>
        <p:spPr>
          <a:xfrm>
            <a:off x="384048" y="2412492"/>
            <a:ext cx="393192" cy="393192"/>
          </a:xfrm>
          <a:prstGeom prst="ellipse">
            <a:avLst/>
          </a:prstGeom>
          <a:blipFill>
            <a:blip r:embed="rId3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68680" y="2267712"/>
            <a:ext cx="3081528" cy="682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Robb Garth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A23F4CE-6DDA-3551-5549-6721FAE2BB44}"/>
              </a:ext>
            </a:extLst>
          </p:cNvPr>
          <p:cNvSpPr/>
          <p:nvPr/>
        </p:nvSpPr>
        <p:spPr>
          <a:xfrm>
            <a:off x="384048" y="3095244"/>
            <a:ext cx="393192" cy="393192"/>
          </a:xfrm>
          <a:prstGeom prst="ellipse">
            <a:avLst/>
          </a:prstGeom>
          <a:blipFill>
            <a:blip r:embed="rId4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868680" y="2950464"/>
            <a:ext cx="3081528" cy="682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Andrew Cook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6600EE-5279-1AB4-9FBD-767266246FC9}"/>
              </a:ext>
            </a:extLst>
          </p:cNvPr>
          <p:cNvSpPr/>
          <p:nvPr/>
        </p:nvSpPr>
        <p:spPr>
          <a:xfrm>
            <a:off x="384048" y="3777996"/>
            <a:ext cx="393192" cy="393192"/>
          </a:xfrm>
          <a:prstGeom prst="ellipse">
            <a:avLst/>
          </a:prstGeom>
          <a:blipFill>
            <a:blip r:embed="rId5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68680" y="3633216"/>
            <a:ext cx="3081528" cy="682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Kevin Haddad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6F726E1-E2B0-8F7E-3FD2-CC391D42B886}"/>
              </a:ext>
            </a:extLst>
          </p:cNvPr>
          <p:cNvSpPr/>
          <p:nvPr/>
        </p:nvSpPr>
        <p:spPr>
          <a:xfrm>
            <a:off x="384048" y="4460748"/>
            <a:ext cx="393192" cy="393192"/>
          </a:xfrm>
          <a:prstGeom prst="ellipse">
            <a:avLst/>
          </a:prstGeom>
          <a:blipFill>
            <a:blip r:embed="rId6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868680" y="4315968"/>
            <a:ext cx="3081528" cy="682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Tim Sisneros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8323DD8-A245-EB9B-C02F-C88693CBA32D}"/>
              </a:ext>
            </a:extLst>
          </p:cNvPr>
          <p:cNvSpPr/>
          <p:nvPr/>
        </p:nvSpPr>
        <p:spPr>
          <a:xfrm>
            <a:off x="384048" y="5143500"/>
            <a:ext cx="393192" cy="393192"/>
          </a:xfrm>
          <a:prstGeom prst="ellipse">
            <a:avLst/>
          </a:prstGeom>
          <a:blipFill>
            <a:blip r:embed="rId7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868680" y="4998720"/>
            <a:ext cx="3081528" cy="682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Jaime Rivera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7EB28A-7F98-257A-A8F2-8F85A0D069E0}"/>
              </a:ext>
            </a:extLst>
          </p:cNvPr>
          <p:cNvSpPr/>
          <p:nvPr/>
        </p:nvSpPr>
        <p:spPr>
          <a:xfrm>
            <a:off x="384048" y="5826252"/>
            <a:ext cx="393192" cy="393192"/>
          </a:xfrm>
          <a:prstGeom prst="ellipse">
            <a:avLst/>
          </a:prstGeom>
          <a:blipFill>
            <a:blip r:embed="rId8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68680" y="5681472"/>
            <a:ext cx="3081528" cy="682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Maria Claudia Martinez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215384" y="896112"/>
            <a:ext cx="3767328" cy="5623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288536" y="969264"/>
            <a:ext cx="3621024" cy="310896"/>
          </a:xfrm>
          <a:prstGeom prst="roundRect">
            <a:avLst/>
          </a:prstGeom>
          <a:solidFill>
            <a:srgbClr val="E9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79976" y="978408"/>
            <a:ext cx="3438144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7182D"/>
                </a:solidFill>
                <a:latin typeface="CiscoSansTT"/>
              </a:rPr>
              <a:t>Partner Sales · Kristeen Webb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EA62B55-8B4A-0724-38FD-6CDB1E3FFC43}"/>
              </a:ext>
            </a:extLst>
          </p:cNvPr>
          <p:cNvGrpSpPr/>
          <p:nvPr/>
        </p:nvGrpSpPr>
        <p:grpSpPr>
          <a:xfrm>
            <a:off x="4416552" y="1353312"/>
            <a:ext cx="3364992" cy="822960"/>
            <a:chOff x="4316840" y="1081983"/>
            <a:chExt cx="3999276" cy="1119849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D714FD90-9B43-4193-5C45-865B1EDA79F7}"/>
                </a:ext>
              </a:extLst>
            </p:cNvPr>
            <p:cNvSpPr/>
            <p:nvPr/>
          </p:nvSpPr>
          <p:spPr>
            <a:xfrm>
              <a:off x="4982244" y="1184111"/>
              <a:ext cx="3333872" cy="975783"/>
            </a:xfrm>
            <a:prstGeom prst="roundRect">
              <a:avLst>
                <a:gd name="adj" fmla="val 3899"/>
              </a:avLst>
            </a:prstGeom>
            <a:noFill/>
            <a:ln w="25400" cap="flat" cmpd="sng" algn="ctr">
              <a:gradFill>
                <a:gsLst>
                  <a:gs pos="59000">
                    <a:srgbClr val="00BCEB"/>
                  </a:gs>
                  <a:gs pos="74000">
                    <a:srgbClr val="0D274D"/>
                  </a:gs>
                  <a:gs pos="82000">
                    <a:srgbClr val="DD0880"/>
                  </a:gs>
                  <a:gs pos="91000">
                    <a:srgbClr val="E45A24"/>
                  </a:gs>
                  <a:gs pos="100000">
                    <a:srgbClr val="FBAB2C"/>
                  </a:gs>
                </a:gsLst>
                <a:lin ang="5400000" scaled="1"/>
              </a:gradFill>
              <a:prstDash val="solid"/>
            </a:ln>
            <a:effectLst/>
          </p:spPr>
          <p:txBody>
            <a:bodyPr lIns="45720" rIns="45720"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414244"/>
                </a:solidFill>
                <a:effectLst/>
                <a:uLnTx/>
                <a:uFillTx/>
                <a:latin typeface="CiscoSansTT Light"/>
                <a:ea typeface="ＭＳ Ｐゴシック" charset="0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B665C9B-C3C7-1B29-C65C-233A13CB1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529" r="17529"/>
            <a:stretch/>
          </p:blipFill>
          <p:spPr>
            <a:xfrm>
              <a:off x="4316840" y="1081983"/>
              <a:ext cx="1055469" cy="1119849"/>
            </a:xfrm>
            <a:prstGeom prst="ellipse">
              <a:avLst/>
            </a:prstGeom>
            <a:ln/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9D18F8F-6B0B-B50D-5DBD-F650991DEF06}"/>
                </a:ext>
              </a:extLst>
            </p:cNvPr>
            <p:cNvSpPr txBox="1"/>
            <p:nvPr/>
          </p:nvSpPr>
          <p:spPr>
            <a:xfrm>
              <a:off x="5439243" y="1355867"/>
              <a:ext cx="2635180" cy="7789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241283" marR="0" lvl="0" indent="0" algn="l" defTabSz="91219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E4471"/>
                </a:buClr>
                <a:buSzPct val="90000"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A60FF"/>
                  </a:solidFill>
                  <a:effectLst/>
                  <a:uLnTx/>
                  <a:uFillTx/>
                  <a:latin typeface="CiscoSansTT Light" panose="020B0503020201020303" pitchFamily="34" charset="0"/>
                  <a:ea typeface="ＭＳ Ｐゴシック" charset="0"/>
                  <a:cs typeface="CiscoSansTT Light" panose="020B0503020201020303" pitchFamily="34" charset="0"/>
                </a:rPr>
                <a:t>Kristeen Webb</a:t>
              </a:r>
            </a:p>
            <a:p>
              <a:pPr marL="241283" marR="0" lvl="0" indent="0" algn="l" defTabSz="91219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E4471"/>
                </a:buClr>
                <a:buSzPct val="90000"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A60FF"/>
                  </a:solidFill>
                  <a:effectLst/>
                  <a:uLnTx/>
                  <a:uFillTx/>
                  <a:latin typeface="CiscoSansTT Light" panose="020B0503020201020303" pitchFamily="34" charset="0"/>
                  <a:ea typeface="ＭＳ Ｐゴシック" charset="0"/>
                  <a:cs typeface="CiscoSansTT Light" panose="020B0503020201020303" pitchFamily="34" charset="0"/>
                </a:rPr>
                <a:t>Leader, Partner Sales</a:t>
              </a:r>
            </a:p>
            <a:p>
              <a:pPr marL="0" marR="0" lvl="0" indent="0" algn="l" defTabSz="912253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rgbClr val="07182D"/>
                </a:buClr>
                <a:buSzPct val="100000"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/>
                <a:ea typeface="ＭＳ Ｐゴシック" charset="0"/>
                <a:cs typeface="+mn-cs"/>
              </a:endParaRPr>
            </a:p>
          </p:txBody>
        </p:sp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0587F768-DDDD-FBEF-664B-2FEB754E44BF}"/>
              </a:ext>
            </a:extLst>
          </p:cNvPr>
          <p:cNvSpPr/>
          <p:nvPr/>
        </p:nvSpPr>
        <p:spPr>
          <a:xfrm>
            <a:off x="4325112" y="2363724"/>
            <a:ext cx="393192" cy="393192"/>
          </a:xfrm>
          <a:prstGeom prst="ellipse">
            <a:avLst/>
          </a:prstGeom>
          <a:blipFill>
            <a:blip r:embed="rId9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809744" y="2267712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Gregg Mills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56448AD-CAC9-BF01-EE91-468FE95940EE}"/>
              </a:ext>
            </a:extLst>
          </p:cNvPr>
          <p:cNvSpPr/>
          <p:nvPr/>
        </p:nvSpPr>
        <p:spPr>
          <a:xfrm>
            <a:off x="4325112" y="2948940"/>
            <a:ext cx="393192" cy="393192"/>
          </a:xfrm>
          <a:prstGeom prst="ellipse">
            <a:avLst/>
          </a:prstGeom>
          <a:blipFill>
            <a:blip r:embed="rId10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809744" y="2852928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Open HC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56448AD-CAC9-BF01-EE91-468FE95940EE}"/>
              </a:ext>
            </a:extLst>
          </p:cNvPr>
          <p:cNvSpPr/>
          <p:nvPr/>
        </p:nvSpPr>
        <p:spPr>
          <a:xfrm>
            <a:off x="4325112" y="3534156"/>
            <a:ext cx="393192" cy="393192"/>
          </a:xfrm>
          <a:prstGeom prst="ellipse">
            <a:avLst/>
          </a:prstGeom>
          <a:blipFill>
            <a:blip r:embed="rId10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809744" y="3438144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Jon Seiniger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F41099C-CB7E-2F4A-6299-175C365D2777}"/>
              </a:ext>
            </a:extLst>
          </p:cNvPr>
          <p:cNvSpPr/>
          <p:nvPr/>
        </p:nvSpPr>
        <p:spPr>
          <a:xfrm>
            <a:off x="4325112" y="4119372"/>
            <a:ext cx="393192" cy="393192"/>
          </a:xfrm>
          <a:prstGeom prst="ellipse">
            <a:avLst/>
          </a:prstGeom>
          <a:blipFill>
            <a:blip r:embed="rId11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809744" y="4023360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Jennifer Ruggiano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B1D1CA-3092-BF9E-3D73-661BAEAE775B}"/>
              </a:ext>
            </a:extLst>
          </p:cNvPr>
          <p:cNvSpPr/>
          <p:nvPr/>
        </p:nvSpPr>
        <p:spPr>
          <a:xfrm>
            <a:off x="4325112" y="4704588"/>
            <a:ext cx="393192" cy="393192"/>
          </a:xfrm>
          <a:prstGeom prst="ellipse">
            <a:avLst/>
          </a:prstGeom>
          <a:blipFill>
            <a:blip r:embed="rId12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809744" y="4608576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Courtney Palmer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85B7722-9742-A3B0-CF88-E648618E901C}"/>
              </a:ext>
            </a:extLst>
          </p:cNvPr>
          <p:cNvSpPr/>
          <p:nvPr/>
        </p:nvSpPr>
        <p:spPr>
          <a:xfrm>
            <a:off x="4325112" y="5289804"/>
            <a:ext cx="393192" cy="393192"/>
          </a:xfrm>
          <a:prstGeom prst="ellipse">
            <a:avLst/>
          </a:prstGeom>
          <a:blipFill>
            <a:blip r:embed="rId13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809744" y="5193792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Gregg McCaw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9411BB4-3BA7-2645-31AB-84E215711E43}"/>
              </a:ext>
            </a:extLst>
          </p:cNvPr>
          <p:cNvSpPr/>
          <p:nvPr/>
        </p:nvSpPr>
        <p:spPr>
          <a:xfrm>
            <a:off x="4325112" y="5875020"/>
            <a:ext cx="393192" cy="393192"/>
          </a:xfrm>
          <a:prstGeom prst="ellipse">
            <a:avLst/>
          </a:prstGeom>
          <a:blipFill>
            <a:blip r:embed="rId14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4809744" y="5779008"/>
            <a:ext cx="3081528" cy="585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Christa Mancino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Account Executive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156448" y="896112"/>
            <a:ext cx="3767328" cy="5623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229600" y="969264"/>
            <a:ext cx="3621024" cy="310896"/>
          </a:xfrm>
          <a:prstGeom prst="roundRect">
            <a:avLst/>
          </a:prstGeom>
          <a:solidFill>
            <a:srgbClr val="E9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321040" y="978408"/>
            <a:ext cx="3438144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7182D"/>
                </a:solidFill>
                <a:latin typeface="CiscoSansTT"/>
              </a:rPr>
              <a:t>Solution Engineering · Stephanie Ross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46C4888-A728-7FEA-7EBC-87039724958C}"/>
              </a:ext>
            </a:extLst>
          </p:cNvPr>
          <p:cNvGrpSpPr/>
          <p:nvPr/>
        </p:nvGrpSpPr>
        <p:grpSpPr>
          <a:xfrm>
            <a:off x="8357616" y="1353312"/>
            <a:ext cx="3364992" cy="822960"/>
            <a:chOff x="4316840" y="1081983"/>
            <a:chExt cx="3999276" cy="1119849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C53790A8-4F51-0188-D3F1-336D68198D43}"/>
                </a:ext>
              </a:extLst>
            </p:cNvPr>
            <p:cNvSpPr/>
            <p:nvPr/>
          </p:nvSpPr>
          <p:spPr>
            <a:xfrm>
              <a:off x="4982244" y="1184111"/>
              <a:ext cx="3333872" cy="975783"/>
            </a:xfrm>
            <a:prstGeom prst="roundRect">
              <a:avLst>
                <a:gd name="adj" fmla="val 3899"/>
              </a:avLst>
            </a:prstGeom>
            <a:noFill/>
            <a:ln w="25400" cap="flat" cmpd="sng" algn="ctr">
              <a:gradFill>
                <a:gsLst>
                  <a:gs pos="59000">
                    <a:srgbClr val="00BCEB"/>
                  </a:gs>
                  <a:gs pos="74000">
                    <a:srgbClr val="0D274D"/>
                  </a:gs>
                  <a:gs pos="82000">
                    <a:srgbClr val="DD0880"/>
                  </a:gs>
                  <a:gs pos="91000">
                    <a:srgbClr val="E45A24"/>
                  </a:gs>
                  <a:gs pos="100000">
                    <a:srgbClr val="FBAB2C"/>
                  </a:gs>
                </a:gsLst>
                <a:lin ang="5400000" scaled="1"/>
              </a:gradFill>
              <a:prstDash val="solid"/>
            </a:ln>
            <a:effectLst/>
          </p:spPr>
          <p:txBody>
            <a:bodyPr lIns="45720" rIns="45720"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414244"/>
                </a:solidFill>
                <a:effectLst/>
                <a:uLnTx/>
                <a:uFillTx/>
                <a:latin typeface="CiscoSansTT Light"/>
                <a:ea typeface="ＭＳ Ｐゴシック" charset="0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C618C90A-EA9B-1343-BCE2-DE97AA468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529" r="17529"/>
            <a:stretch/>
          </p:blipFill>
          <p:spPr>
            <a:xfrm>
              <a:off x="4316840" y="1081983"/>
              <a:ext cx="1055469" cy="1119849"/>
            </a:xfrm>
            <a:prstGeom prst="ellipse">
              <a:avLst/>
            </a:prstGeom>
            <a:ln/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4AE36E1-72D4-1922-46A1-1872C38AC1DE}"/>
                </a:ext>
              </a:extLst>
            </p:cNvPr>
            <p:cNvSpPr txBox="1"/>
            <p:nvPr/>
          </p:nvSpPr>
          <p:spPr>
            <a:xfrm>
              <a:off x="5439243" y="1355867"/>
              <a:ext cx="2635180" cy="7789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241283" marR="0" lvl="0" indent="0" algn="l" defTabSz="91219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E4471"/>
                </a:buClr>
                <a:buSzPct val="90000"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A60FF"/>
                  </a:solidFill>
                  <a:effectLst/>
                  <a:uLnTx/>
                  <a:uFillTx/>
                  <a:latin typeface="CiscoSansTT Light" panose="020B0503020201020303" pitchFamily="34" charset="0"/>
                  <a:ea typeface="ＭＳ Ｐゴシック" charset="0"/>
                  <a:cs typeface="CiscoSansTT Light" panose="020B0503020201020303" pitchFamily="34" charset="0"/>
                </a:rPr>
                <a:t>Stephanie Ross</a:t>
              </a:r>
            </a:p>
            <a:p>
              <a:pPr marL="241283" marR="0" lvl="0" indent="0" algn="l" defTabSz="91219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E4471"/>
                </a:buClr>
                <a:buSzPct val="90000"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A60FF"/>
                  </a:solidFill>
                  <a:effectLst/>
                  <a:uLnTx/>
                  <a:uFillTx/>
                  <a:latin typeface="CiscoSansTT Light" panose="020B0503020201020303" pitchFamily="34" charset="0"/>
                  <a:ea typeface="ＭＳ Ｐゴシック" charset="0"/>
                  <a:cs typeface="CiscoSansTT Light" panose="020B0503020201020303" pitchFamily="34" charset="0"/>
                </a:rPr>
                <a:t>Leader, Solution Engineering</a:t>
              </a:r>
            </a:p>
            <a:p>
              <a:pPr marL="0" marR="0" lvl="0" indent="0" algn="l" defTabSz="912253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rgbClr val="07182D"/>
                </a:buClr>
                <a:buSzPct val="100000"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/>
                <a:ea typeface="ＭＳ Ｐゴシック" charset="0"/>
                <a:cs typeface="+mn-cs"/>
              </a:endParaRPr>
            </a:p>
          </p:txBody>
        </p: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8BA9E772-A4A8-8E94-9A45-BAF6CF5A490F}"/>
              </a:ext>
            </a:extLst>
          </p:cNvPr>
          <p:cNvSpPr/>
          <p:nvPr/>
        </p:nvSpPr>
        <p:spPr>
          <a:xfrm>
            <a:off x="8266176" y="2327148"/>
            <a:ext cx="393192" cy="393192"/>
          </a:xfrm>
          <a:prstGeom prst="ellipse">
            <a:avLst/>
          </a:prstGeom>
          <a:blipFill>
            <a:blip r:embed="rId15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8750808" y="2267712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Brian Peterson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D9D820C-4853-50B3-3966-58D24F959BCF}"/>
              </a:ext>
            </a:extLst>
          </p:cNvPr>
          <p:cNvSpPr/>
          <p:nvPr/>
        </p:nvSpPr>
        <p:spPr>
          <a:xfrm>
            <a:off x="8266176" y="2839212"/>
            <a:ext cx="393192" cy="393192"/>
          </a:xfrm>
          <a:prstGeom prst="ellipse">
            <a:avLst/>
          </a:prstGeom>
          <a:blipFill>
            <a:blip r:embed="rId16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8750808" y="2779776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Brian Narcum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5A951BC-5733-71C4-C3FE-F8EA4E9C82C8}"/>
              </a:ext>
            </a:extLst>
          </p:cNvPr>
          <p:cNvSpPr/>
          <p:nvPr/>
        </p:nvSpPr>
        <p:spPr>
          <a:xfrm>
            <a:off x="8266176" y="3351276"/>
            <a:ext cx="393192" cy="393192"/>
          </a:xfrm>
          <a:prstGeom prst="ellipse">
            <a:avLst/>
          </a:prstGeom>
          <a:blipFill>
            <a:blip r:embed="rId17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8750808" y="3291840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Craig Tait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9243B74-F847-1B41-CF94-6B89669367FD}"/>
              </a:ext>
            </a:extLst>
          </p:cNvPr>
          <p:cNvSpPr/>
          <p:nvPr/>
        </p:nvSpPr>
        <p:spPr>
          <a:xfrm>
            <a:off x="8266176" y="3863340"/>
            <a:ext cx="393192" cy="393192"/>
          </a:xfrm>
          <a:prstGeom prst="ellipse">
            <a:avLst/>
          </a:prstGeom>
          <a:blipFill>
            <a:blip r:embed="rId18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750808" y="3803904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Steve Qin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A675713-47CA-6FDF-C444-CA92436439CB}"/>
              </a:ext>
            </a:extLst>
          </p:cNvPr>
          <p:cNvSpPr/>
          <p:nvPr/>
        </p:nvSpPr>
        <p:spPr>
          <a:xfrm>
            <a:off x="8266176" y="4375404"/>
            <a:ext cx="393192" cy="393192"/>
          </a:xfrm>
          <a:prstGeom prst="ellipse">
            <a:avLst/>
          </a:prstGeom>
          <a:blipFill>
            <a:blip r:embed="rId19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750808" y="4315968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Emenike Whitfield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F57060C-77A7-8416-94A0-7BF7FD408198}"/>
              </a:ext>
            </a:extLst>
          </p:cNvPr>
          <p:cNvSpPr/>
          <p:nvPr/>
        </p:nvSpPr>
        <p:spPr>
          <a:xfrm>
            <a:off x="8266176" y="4887468"/>
            <a:ext cx="393192" cy="393192"/>
          </a:xfrm>
          <a:prstGeom prst="ellipse">
            <a:avLst/>
          </a:prstGeom>
          <a:blipFill>
            <a:blip r:embed="rId20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750808" y="4828032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Dolan Spitler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744F6C7-2163-946D-BE25-917E4B89C444}"/>
              </a:ext>
            </a:extLst>
          </p:cNvPr>
          <p:cNvSpPr/>
          <p:nvPr/>
        </p:nvSpPr>
        <p:spPr>
          <a:xfrm>
            <a:off x="8266176" y="5399532"/>
            <a:ext cx="393192" cy="393192"/>
          </a:xfrm>
          <a:prstGeom prst="ellipse">
            <a:avLst/>
          </a:prstGeom>
          <a:blipFill>
            <a:blip r:embed="rId21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750808" y="5340096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Javier Cuadros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9B8A03F-81EA-E771-01F4-1266F1C15CFE}"/>
              </a:ext>
            </a:extLst>
          </p:cNvPr>
          <p:cNvSpPr/>
          <p:nvPr/>
        </p:nvSpPr>
        <p:spPr>
          <a:xfrm>
            <a:off x="8266176" y="5911596"/>
            <a:ext cx="393192" cy="393192"/>
          </a:xfrm>
          <a:prstGeom prst="ellipse">
            <a:avLst/>
          </a:prstGeom>
          <a:blipFill>
            <a:blip r:embed="rId22"/>
            <a:srcRect/>
            <a:stretch>
              <a:fillRect t="-17000" b="-17000"/>
            </a:stretch>
          </a:blipFill>
          <a:ln>
            <a:gradFill>
              <a:gsLst>
                <a:gs pos="0">
                  <a:schemeClr val="accent1"/>
                </a:gs>
                <a:gs pos="74000">
                  <a:schemeClr val="accent2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750808" y="5852160"/>
            <a:ext cx="3081528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A60FF"/>
                </a:solidFill>
                <a:latin typeface="CiscoSansTT"/>
              </a:rPr>
              <a:t>Michelle Williams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6B6B6B"/>
                </a:solidFill>
                <a:latin typeface="CiscoSansTT"/>
              </a:rPr>
              <a:t>Solutions Engineer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Cisco Light 05-21-2025">
  <a:themeElements>
    <a:clrScheme name="Cisco Light 04-16-2025">
      <a:dk1>
        <a:srgbClr val="07182D"/>
      </a:dk1>
      <a:lt1>
        <a:srgbClr val="FFFFFF"/>
      </a:lt1>
      <a:dk2>
        <a:srgbClr val="525E6C"/>
      </a:dk2>
      <a:lt2>
        <a:srgbClr val="B4B9C0"/>
      </a:lt2>
      <a:accent1>
        <a:srgbClr val="02C8FF"/>
      </a:accent1>
      <a:accent2>
        <a:srgbClr val="0A60FF"/>
      </a:accent2>
      <a:accent3>
        <a:srgbClr val="FF007F"/>
      </a:accent3>
      <a:accent4>
        <a:srgbClr val="FF9000"/>
      </a:accent4>
      <a:accent5>
        <a:srgbClr val="D6D6D6"/>
      </a:accent5>
      <a:accent6>
        <a:srgbClr val="6B6B6B"/>
      </a:accent6>
      <a:hlink>
        <a:srgbClr val="07182D"/>
      </a:hlink>
      <a:folHlink>
        <a:srgbClr val="C0C0C0"/>
      </a:folHlink>
    </a:clrScheme>
    <a:fontScheme name="Cisco PowerPoint 02-26-2025">
      <a:majorFont>
        <a:latin typeface="CiscoSansTT Medium"/>
        <a:ea typeface=""/>
        <a:cs typeface=""/>
      </a:majorFont>
      <a:minorFont>
        <a:latin typeface="CiscoSansT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5875">
          <a:solidFill>
            <a:schemeClr val="bg2"/>
          </a:solidFill>
        </a:ln>
        <a:effectLst/>
      </a:spPr>
      <a:bodyPr lIns="182880" tIns="182880" rIns="182880" bIns="182880" rtlCol="0" anchor="t" anchorCtr="0">
        <a:noAutofit/>
      </a:bodyPr>
      <a:lstStyle>
        <a:defPPr marL="182880" indent="-182880" algn="l">
          <a:buFont typeface="Arial" panose="020B0604020202020204" pitchFamily="34" charset="0"/>
          <a:buChar char="•"/>
          <a:defRPr sz="1600"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marL="182880" indent="-182880" algn="l" defTabSz="912276" rtl="0" eaLnBrk="1" fontAlgn="base" hangingPunct="1">
          <a:lnSpc>
            <a:spcPct val="100000"/>
          </a:lnSpc>
          <a:spcBef>
            <a:spcPts val="0"/>
          </a:spcBef>
          <a:spcAft>
            <a:spcPts val="1000"/>
          </a:spcAft>
          <a:buClr>
            <a:schemeClr val="bg1"/>
          </a:buClr>
          <a:buSzPct val="100000"/>
          <a:buFont typeface="Arial" panose="020B0604020202020204" pitchFamily="34" charset="0"/>
          <a:buChar char="•"/>
          <a:defRPr sz="1600" kern="1200" dirty="0" err="1" smtClean="0">
            <a:solidFill>
              <a:schemeClr val="bg1"/>
            </a:solidFill>
            <a:latin typeface="+mn-lt"/>
            <a:ea typeface="ＭＳ Ｐゴシック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isco_PowerPoint_Template_LIGHT_05-21-2025.pptx" id="{8FD33E5C-F332-4115-BD7A-CEF47ADE96BE}" vid="{46AEDF95-88B1-4DE1-B6E6-538D0A2251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5805</TotalTime>
  <Words>591</Words>
  <Application>Microsoft Macintosh PowerPoint</Application>
  <PresentationFormat>Widescreen</PresentationFormat>
  <Paragraphs>151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Aptos</vt:lpstr>
      <vt:lpstr>Arial</vt:lpstr>
      <vt:lpstr>Calibri</vt:lpstr>
      <vt:lpstr>CiscoSansTT</vt:lpstr>
      <vt:lpstr>CiscoSansTT ExtraLight</vt:lpstr>
      <vt:lpstr>CiscoSansTT Light</vt:lpstr>
      <vt:lpstr>CiscoSansTT Medium</vt:lpstr>
      <vt:lpstr>Wingdings</vt:lpstr>
      <vt:lpstr>1_Cisco Light 05-21-2025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Stephanie Ross (stepross)</dc:creator>
  <cp:lastModifiedBy>Stephanie Ross (stepross)</cp:lastModifiedBy>
  <cp:revision>1</cp:revision>
  <dcterms:created xsi:type="dcterms:W3CDTF">2026-09-11T16:02:25Z</dcterms:created>
  <dcterms:modified xsi:type="dcterms:W3CDTF">2026-09-23T15:01:49Z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1_Cisco Light 05-21-2025:9</vt:lpwstr>
  </property>
  <property fmtid="{D5CDD505-2E9C-101B-9397-08002B2CF9AE}" pid="3" name="ClassificationContentMarkingFooterText">
    <vt:lpwstr>Cisco Confidential</vt:lpwstr>
  </property>
</Properties>
</file>