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1474825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8"/>
  </p:normalViewPr>
  <p:slideViewPr>
    <p:cSldViewPr snapToGrid="0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7A86C-5A03-0848-B949-F9A80F93261C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71E7A-D51E-D549-97D3-D198E99DE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4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9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2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8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4995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07150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65102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116618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7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7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1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3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95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53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7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6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2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500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5351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A00D0-7712-950D-34B2-5551B85F9E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477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450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246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690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486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132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2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6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7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</a:t>
            </a:r>
            <a:br>
              <a:rPr lang="en-US"/>
            </a:br>
            <a:r>
              <a:rPr lang="en-US"/>
              <a:t>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2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292834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0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7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3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5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2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3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>
              <a:gradFill>
                <a:gsLst>
                  <a:gs pos="0">
                    <a:srgbClr val="009DE2"/>
                  </a:gs>
                  <a:gs pos="100000">
                    <a:schemeClr val="accent2"/>
                  </a:gs>
                </a:gsLst>
                <a:lin ang="2700000" scaled="1"/>
              </a:gra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9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no </a:t>
            </a:r>
            <a:r>
              <a:rPr lang="en-GB" err="1"/>
              <a:t>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5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205660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1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7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5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0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6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617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76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584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05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44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697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092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Goals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3F3C5007-110B-465A-A700-D977D746AC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568" y="460407"/>
            <a:ext cx="5068420" cy="276909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8F39DDA-68D6-444B-8115-525B6CF968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568" y="730237"/>
            <a:ext cx="5068420" cy="860619"/>
          </a:xfrm>
          <a:solidFill>
            <a:srgbClr val="FFFFFF">
              <a:alpha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7BA90AE-EB62-4792-B9B1-9019DC9CA3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68" y="1626296"/>
            <a:ext cx="5068420" cy="276909"/>
          </a:xfrm>
          <a:noFill/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D011179-7941-4B28-9E1C-8B05166276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1568" y="1895890"/>
            <a:ext cx="5068420" cy="224155"/>
          </a:xfrm>
          <a:noFill/>
        </p:spPr>
        <p:txBody>
          <a:bodyPr>
            <a:noAutofit/>
          </a:bodyPr>
          <a:lstStyle>
            <a:lvl1pPr marL="0" indent="0">
              <a:buNone/>
              <a:defRPr sz="1200" i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0AA88B2-9207-453B-9BF3-07FF7E84C9B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1568" y="2133069"/>
            <a:ext cx="5068420" cy="1188720"/>
          </a:xfrm>
          <a:solidFill>
            <a:srgbClr val="FFFFFF">
              <a:alpha val="80000"/>
            </a:srgbClr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>
            <a:lvl1pPr marL="171450" indent="-171450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"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ADD83D4-DF65-426E-8138-54B6CB51029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1568" y="3453743"/>
            <a:ext cx="5068420" cy="217228"/>
          </a:xfrm>
          <a:noFill/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A1026F6-F6DA-453C-9022-D2A1975148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1568" y="3670971"/>
            <a:ext cx="5068420" cy="1188720"/>
          </a:xfrm>
          <a:solidFill>
            <a:srgbClr val="FFFFFF">
              <a:alpha val="80000"/>
            </a:srgbClr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>
            <a:lvl1pPr marL="171450" indent="-171450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"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0B005AB2-A624-49DA-A8E9-7C12B238F8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1568" y="4992216"/>
            <a:ext cx="5068420" cy="221843"/>
          </a:xfrm>
          <a:noFill/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F288245-0221-4CCB-98A1-CA34045F46B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1568" y="5208873"/>
            <a:ext cx="5068420" cy="1188720"/>
          </a:xfrm>
          <a:solidFill>
            <a:srgbClr val="FFFFFF">
              <a:alpha val="80000"/>
            </a:srgbClr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>
            <a:lvl1pPr marL="171450" indent="-171450">
              <a:spcBef>
                <a:spcPts val="0"/>
              </a:spcBef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"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97E9532-07DC-4912-955B-1B517919A78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8046" y="452132"/>
            <a:ext cx="5065776" cy="276909"/>
          </a:xfrm>
          <a:noFill/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5" name="Picture Placeholder 3" descr="An empty placeholder to add an image. Click on the placeholder and select the image that you wish to add.">
            <a:extLst>
              <a:ext uri="{FF2B5EF4-FFF2-40B4-BE49-F238E27FC236}">
                <a16:creationId xmlns:a16="http://schemas.microsoft.com/office/drawing/2014/main" id="{B8C0C537-B6C4-4D0D-9F7F-DB0C64FD3E0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84891" y="1131140"/>
            <a:ext cx="1841256" cy="185919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8FED0F7-DB0F-4BAC-875E-FC8C88D35E3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4747" y="944086"/>
            <a:ext cx="2432304" cy="2233299"/>
          </a:xfrm>
          <a:ln w="9525" cmpd="dbl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 i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7F0A13C-85B0-4280-ACD6-D60B5F2B199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8046" y="3393256"/>
            <a:ext cx="2402907" cy="274320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FFE0EE75-D0E4-46F1-9290-C362F2C241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18046" y="3667576"/>
            <a:ext cx="2402907" cy="2738104"/>
          </a:xfrm>
          <a:solidFill>
            <a:srgbClr val="FFFFFF">
              <a:alpha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36207F6-A73B-4CB3-88F4-4CE08046E9A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63215" y="3394062"/>
            <a:ext cx="2404872" cy="276909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4BAE244A-98A4-471A-82F3-B5E19624ACC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215" y="3670971"/>
            <a:ext cx="2404872" cy="1188720"/>
          </a:xfrm>
          <a:solidFill>
            <a:srgbClr val="FFFFFF">
              <a:alpha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3D328CA3-647F-4019-9B1A-07D3237683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63215" y="4931964"/>
            <a:ext cx="2404872" cy="276909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8504B98B-017C-4F77-9282-4167548597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63215" y="5208873"/>
            <a:ext cx="2404872" cy="1196807"/>
          </a:xfrm>
          <a:solidFill>
            <a:srgbClr val="FFFFFF">
              <a:alpha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4376777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11">
            <a:extLst>
              <a:ext uri="{FF2B5EF4-FFF2-40B4-BE49-F238E27FC236}">
                <a16:creationId xmlns:a16="http://schemas.microsoft.com/office/drawing/2014/main" id="{C83B223E-030E-74D0-B6FA-BEC3DA7BD3F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21103" y="1409701"/>
            <a:ext cx="10974395" cy="3932321"/>
          </a:xfrm>
          <a:prstGeom prst="rect">
            <a:avLst/>
          </a:prstGeom>
        </p:spPr>
        <p:txBody>
          <a:bodyPr lIns="45720" tIns="45720" rIns="45720" bIns="4572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9B8D9E7-EAC8-4A5C-4139-BA396711F0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5" y="5586423"/>
            <a:ext cx="5463875" cy="365760"/>
          </a:xfrm>
          <a:prstGeom prst="rect">
            <a:avLst/>
          </a:prstGeom>
        </p:spPr>
        <p:txBody>
          <a:bodyPr lIns="45720" tIns="45720" rIns="45720" b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61" indent="0">
              <a:buNone/>
              <a:defRPr/>
            </a:lvl2pPr>
            <a:lvl3pPr marL="569848" indent="0">
              <a:buNone/>
              <a:defRPr/>
            </a:lvl3pPr>
            <a:lvl4pPr marL="688903" indent="0">
              <a:buNone/>
              <a:defRPr/>
            </a:lvl4pPr>
            <a:lvl5pPr marL="801601" indent="0">
              <a:buNone/>
              <a:defRPr/>
            </a:lvl5pPr>
          </a:lstStyle>
          <a:p>
            <a:pPr lvl="0"/>
            <a:r>
              <a:rPr lang="en-GB"/>
              <a:t>Table caption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51B1935-8F76-89F3-34A7-104AF19A7D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3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833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DDAFA0FC-3FA3-4C46-8A2A-8741F19B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9331C3A5-C899-4F2F-B1EE-45BE7F45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F557404C-C9A2-4EB7-8D68-479CA0F4A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15425" y="6448929"/>
            <a:ext cx="1773238" cy="411480"/>
          </a:xfrm>
        </p:spPr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7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8878" y="0"/>
            <a:ext cx="12207240" cy="1074546"/>
          </a:xfrm>
          <a:prstGeom prst="rect">
            <a:avLst/>
          </a:prstGeom>
          <a:solidFill>
            <a:srgbClr val="2CBAE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70919" y="210963"/>
            <a:ext cx="11127317" cy="70605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Goes Here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689" y="1298388"/>
            <a:ext cx="11127316" cy="4823012"/>
          </a:xfrm>
          <a:prstGeom prst="rect">
            <a:avLst/>
          </a:prstGeom>
        </p:spPr>
        <p:txBody>
          <a:bodyPr lIns="121890" tIns="60945" rIns="121890" bIns="60945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rgbClr val="094176"/>
              </a:buClr>
              <a:buSzPct val="80000"/>
              <a:buFont typeface="Arial"/>
              <a:buChar char="•"/>
              <a:defRPr sz="2700" b="0" i="0">
                <a:solidFill>
                  <a:srgbClr val="094176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rgbClr val="094176"/>
              </a:buClr>
              <a:buSzPct val="80000"/>
              <a:buFont typeface="Arial"/>
              <a:buChar char="•"/>
              <a:defRPr sz="2400" b="0" i="0">
                <a:solidFill>
                  <a:srgbClr val="094176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rgbClr val="094176"/>
              </a:buClr>
              <a:buSzPct val="80000"/>
              <a:buFont typeface="Arial"/>
              <a:buChar char="•"/>
              <a:defRPr sz="2100" b="0" i="0">
                <a:solidFill>
                  <a:srgbClr val="094176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rgbClr val="094176"/>
              </a:buClr>
              <a:buSzPct val="80000"/>
              <a:buFont typeface="Arial"/>
              <a:buChar char="•"/>
              <a:defRPr sz="1900" b="0" i="0">
                <a:solidFill>
                  <a:srgbClr val="094176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rgbClr val="094176"/>
              </a:buClr>
              <a:buSzPct val="80000"/>
              <a:buFont typeface="Arial"/>
              <a:buChar char="•"/>
              <a:defRPr sz="1600" b="0" i="0">
                <a:solidFill>
                  <a:srgbClr val="094176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2431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94324CF-7569-9473-4B27-8BF0608A7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11544300" cy="492443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10" name="Chart Placeholder 5">
            <a:extLst>
              <a:ext uri="{FF2B5EF4-FFF2-40B4-BE49-F238E27FC236}">
                <a16:creationId xmlns:a16="http://schemas.microsoft.com/office/drawing/2014/main" id="{AD89B21B-0A32-7612-3A4F-3CF610A7BF75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451600" y="1625598"/>
            <a:ext cx="5416550" cy="46323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13C8367-8B9F-6608-5CB0-D5B9870B10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63601"/>
            <a:ext cx="11544300" cy="49244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Summary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FE10E66-BADB-CF55-AD03-626B77E1BF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1757680"/>
            <a:ext cx="5883910" cy="2936240"/>
          </a:xfrm>
        </p:spPr>
        <p:txBody>
          <a:bodyPr/>
          <a:lstStyle/>
          <a:p>
            <a:pPr lvl="0"/>
            <a:r>
              <a:rPr lang="en-US"/>
              <a:t>Points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917AAA9-BC21-3275-6B45-9CDCDF3921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4881881"/>
            <a:ext cx="5883910" cy="1376044"/>
          </a:xfrm>
        </p:spPr>
        <p:txBody>
          <a:bodyPr/>
          <a:lstStyle>
            <a:lvl1pPr algn="l">
              <a:buNone/>
              <a:defRPr/>
            </a:lvl1pPr>
          </a:lstStyle>
          <a:p>
            <a:pPr lvl="0"/>
            <a:r>
              <a:rPr lang="en-US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4185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Relationship Id="rId6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C21473-EED0-3E97-9FE1-0C88043E09F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79074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jpeg"/><Relationship Id="rId7" Type="http://schemas.openxmlformats.org/officeDocument/2006/relationships/image" Target="../media/image20.jpeg"/><Relationship Id="rId8" Type="http://schemas.openxmlformats.org/officeDocument/2006/relationships/image" Target="../media/image21.jpeg"/><Relationship Id="rId9" Type="http://schemas.openxmlformats.org/officeDocument/2006/relationships/image" Target="../media/image22.jpeg"/><Relationship Id="rId10" Type="http://schemas.openxmlformats.org/officeDocument/2006/relationships/image" Target="../media/image23.jpeg"/><Relationship Id="rId11" Type="http://schemas.openxmlformats.org/officeDocument/2006/relationships/image" Target="../media/image24.jpeg"/><Relationship Id="rId12" Type="http://schemas.openxmlformats.org/officeDocument/2006/relationships/image" Target="../media/image25.jpeg"/><Relationship Id="rId13" Type="http://schemas.openxmlformats.org/officeDocument/2006/relationships/image" Target="../media/image26.jpeg"/><Relationship Id="rId14" Type="http://schemas.openxmlformats.org/officeDocument/2006/relationships/image" Target="../media/image27.jpeg"/><Relationship Id="rId15" Type="http://schemas.openxmlformats.org/officeDocument/2006/relationships/image" Target="../media/image31.jpeg"/><Relationship Id="rId16" Type="http://schemas.openxmlformats.org/officeDocument/2006/relationships/image" Target="../media/image32.jpeg"/><Relationship Id="rId17" Type="http://schemas.openxmlformats.org/officeDocument/2006/relationships/image" Target="../media/image34.jpeg"/><Relationship Id="rId18" Type="http://schemas.openxmlformats.org/officeDocument/2006/relationships/image" Target="../media/image28.jpeg"/><Relationship Id="rId19" Type="http://schemas.openxmlformats.org/officeDocument/2006/relationships/image" Target="../media/image30.jpeg"/><Relationship Id="rId20" Type="http://schemas.openxmlformats.org/officeDocument/2006/relationships/image" Target="../media/image33.jpeg"/><Relationship Id="rId21" Type="http://schemas.openxmlformats.org/officeDocument/2006/relationships/image" Target="../media/image29.jpeg"/><Relationship Id="rId22" Type="http://schemas.openxmlformats.org/officeDocument/2006/relationships/image" Target="../media/image35.jpeg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7472" y="182880"/>
            <a:ext cx="1152144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0">
                <a:solidFill>
                  <a:srgbClr val="07182D"/>
                </a:solidFill>
                <a:latin typeface="CiscoSansTT Medium"/>
              </a:rPr>
              <a:t>Americas Collaboration Partner Sales &amp; Solution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"/>
            <a:ext cx="36576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iscoSansTT"/>
              </a:rPr>
              <a:t>Combined team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896112"/>
            <a:ext cx="3767328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" y="969264"/>
            <a:ext cx="3621024" cy="31089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978408"/>
            <a:ext cx="3438144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7182D"/>
                </a:solidFill>
                <a:latin typeface="CiscoSansTT"/>
              </a:rPr>
              <a:t>Partner Sales · Chad Bullock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ECF3881-BF6A-ADEE-290A-53B29ABC457F}"/>
              </a:ext>
            </a:extLst>
          </p:cNvPr>
          <p:cNvGrpSpPr/>
          <p:nvPr/>
        </p:nvGrpSpPr>
        <p:grpSpPr>
          <a:xfrm>
            <a:off x="475488" y="1353312"/>
            <a:ext cx="3364992" cy="822960"/>
            <a:chOff x="4316840" y="1081983"/>
            <a:chExt cx="3999276" cy="1119849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3BCBD142-0D94-BCF4-83CD-3D2A4FD93701}"/>
                </a:ext>
              </a:extLst>
            </p:cNvPr>
            <p:cNvSpPr/>
            <p:nvPr/>
          </p:nvSpPr>
          <p:spPr>
            <a:xfrm>
              <a:off x="4982244" y="1184111"/>
              <a:ext cx="3333872" cy="975783"/>
            </a:xfrm>
            <a:prstGeom prst="roundRect">
              <a:avLst>
                <a:gd name="adj" fmla="val 3899"/>
              </a:avLst>
            </a:prstGeom>
            <a:noFill/>
            <a:ln w="25400" cap="flat" cmpd="sng" algn="ctr">
              <a:gradFill>
                <a:gsLst>
                  <a:gs pos="59000">
                    <a:srgbClr val="00BCEB"/>
                  </a:gs>
                  <a:gs pos="74000">
                    <a:srgbClr val="0D274D"/>
                  </a:gs>
                  <a:gs pos="82000">
                    <a:srgbClr val="DD0880"/>
                  </a:gs>
                  <a:gs pos="91000">
                    <a:srgbClr val="E45A24"/>
                  </a:gs>
                  <a:gs pos="100000">
                    <a:srgbClr val="FBAB2C"/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lIns="45720" r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986687C-3B20-2520-19D8-C9CECB866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7529" r="17529"/>
            <a:stretch/>
          </p:blipFill>
          <p:spPr>
            <a:xfrm>
              <a:off x="4316840" y="1081983"/>
              <a:ext cx="1055469" cy="1119849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35DFC5E-9924-561B-29BE-E38503C860D3}"/>
                </a:ext>
              </a:extLst>
            </p:cNvPr>
            <p:cNvSpPr txBox="1"/>
            <p:nvPr/>
          </p:nvSpPr>
          <p:spPr>
            <a:xfrm>
              <a:off x="5439243" y="1355867"/>
              <a:ext cx="2635180" cy="778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41283" marR="0" lvl="0" indent="0" algn="l" defTabSz="91219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E4471"/>
                </a:buClr>
                <a:buSzPct val="90000"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A60FF"/>
                  </a:solidFill>
                  <a:effectLst/>
                  <a:uLnTx/>
                  <a:uFillTx/>
                  <a:latin typeface="CiscoSansTT Light" panose="020B0503020201020303" pitchFamily="34" charset="0"/>
                  <a:ea typeface="ＭＳ Ｐゴシック" charset="0"/>
                  <a:cs typeface="CiscoSansTT Light" panose="020B0503020201020303" pitchFamily="34" charset="0"/>
                </a:rPr>
                <a:t>Chad Bullock</a:t>
              </a:r>
            </a:p>
            <a:p>
              <a:pPr marL="241283" marR="0" lvl="0" indent="0" algn="l" defTabSz="91219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E4471"/>
                </a:buClr>
                <a:buSzPct val="90000"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0A60FF"/>
                  </a:solidFill>
                  <a:effectLst/>
                  <a:uLnTx/>
                  <a:uFillTx/>
                  <a:latin typeface="CiscoSansTT Light" panose="020B0503020201020303" pitchFamily="34" charset="0"/>
                  <a:ea typeface="ＭＳ Ｐゴシック" charset="0"/>
                  <a:cs typeface="CiscoSansTT Light" panose="020B0503020201020303" pitchFamily="34" charset="0"/>
                </a:rPr>
                <a:t>Leader, Partner Sales</a:t>
              </a:r>
            </a:p>
            <a:p>
              <a:pPr marL="0" marR="0" lvl="0" indent="0" algn="l" defTabSz="912253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7182D"/>
                </a:buClr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82EA8ECB-0D63-FC0C-6BF4-DE1866479C36}"/>
              </a:ext>
            </a:extLst>
          </p:cNvPr>
          <p:cNvSpPr/>
          <p:nvPr/>
        </p:nvSpPr>
        <p:spPr>
          <a:xfrm>
            <a:off x="384048" y="2412492"/>
            <a:ext cx="393192" cy="393192"/>
          </a:xfrm>
          <a:prstGeom prst="ellipse">
            <a:avLst/>
          </a:prstGeom>
          <a:blipFill>
            <a:blip r:embed="rId3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68680" y="2267712"/>
            <a:ext cx="3081528" cy="682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Robb Garth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23F4CE-6DDA-3551-5549-6721FAE2BB44}"/>
              </a:ext>
            </a:extLst>
          </p:cNvPr>
          <p:cNvSpPr/>
          <p:nvPr/>
        </p:nvSpPr>
        <p:spPr>
          <a:xfrm>
            <a:off x="384048" y="3095244"/>
            <a:ext cx="393192" cy="393192"/>
          </a:xfrm>
          <a:prstGeom prst="ellipse">
            <a:avLst/>
          </a:prstGeom>
          <a:blipFill>
            <a:blip r:embed="rId4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68680" y="2950464"/>
            <a:ext cx="3081528" cy="682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Andrew Cook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6600EE-5279-1AB4-9FBD-767266246FC9}"/>
              </a:ext>
            </a:extLst>
          </p:cNvPr>
          <p:cNvSpPr/>
          <p:nvPr/>
        </p:nvSpPr>
        <p:spPr>
          <a:xfrm>
            <a:off x="384048" y="3777996"/>
            <a:ext cx="393192" cy="393192"/>
          </a:xfrm>
          <a:prstGeom prst="ellipse">
            <a:avLst/>
          </a:prstGeom>
          <a:blipFill>
            <a:blip r:embed="rId5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68680" y="3633216"/>
            <a:ext cx="3081528" cy="682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Kevin Haddad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F726E1-E2B0-8F7E-3FD2-CC391D42B886}"/>
              </a:ext>
            </a:extLst>
          </p:cNvPr>
          <p:cNvSpPr/>
          <p:nvPr/>
        </p:nvSpPr>
        <p:spPr>
          <a:xfrm>
            <a:off x="384048" y="4460748"/>
            <a:ext cx="393192" cy="393192"/>
          </a:xfrm>
          <a:prstGeom prst="ellipse">
            <a:avLst/>
          </a:prstGeom>
          <a:blipFill>
            <a:blip r:embed="rId6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68680" y="4315968"/>
            <a:ext cx="3081528" cy="682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Tim Sisneros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323DD8-A245-EB9B-C02F-C88693CBA32D}"/>
              </a:ext>
            </a:extLst>
          </p:cNvPr>
          <p:cNvSpPr/>
          <p:nvPr/>
        </p:nvSpPr>
        <p:spPr>
          <a:xfrm>
            <a:off x="384048" y="5143500"/>
            <a:ext cx="393192" cy="393192"/>
          </a:xfrm>
          <a:prstGeom prst="ellipse">
            <a:avLst/>
          </a:prstGeom>
          <a:blipFill>
            <a:blip r:embed="rId7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68680" y="4998720"/>
            <a:ext cx="3081528" cy="682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Jaime Rivera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7EB28A-7F98-257A-A8F2-8F85A0D069E0}"/>
              </a:ext>
            </a:extLst>
          </p:cNvPr>
          <p:cNvSpPr/>
          <p:nvPr/>
        </p:nvSpPr>
        <p:spPr>
          <a:xfrm>
            <a:off x="384048" y="5826252"/>
            <a:ext cx="393192" cy="393192"/>
          </a:xfrm>
          <a:prstGeom prst="ellipse">
            <a:avLst/>
          </a:prstGeom>
          <a:blipFill>
            <a:blip r:embed="rId8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68680" y="5681472"/>
            <a:ext cx="3081528" cy="682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Maria Claudia Martinez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15384" y="896112"/>
            <a:ext cx="3767328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288536" y="969264"/>
            <a:ext cx="3621024" cy="31089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79976" y="978408"/>
            <a:ext cx="3438144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7182D"/>
                </a:solidFill>
                <a:latin typeface="CiscoSansTT"/>
              </a:rPr>
              <a:t>Partner Sales · Kristeen Webb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EA62B55-8B4A-0724-38FD-6CDB1E3FFC43}"/>
              </a:ext>
            </a:extLst>
          </p:cNvPr>
          <p:cNvGrpSpPr/>
          <p:nvPr/>
        </p:nvGrpSpPr>
        <p:grpSpPr>
          <a:xfrm>
            <a:off x="4416552" y="1353312"/>
            <a:ext cx="3364992" cy="822960"/>
            <a:chOff x="4316840" y="1081983"/>
            <a:chExt cx="3999276" cy="1119849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D714FD90-9B43-4193-5C45-865B1EDA79F7}"/>
                </a:ext>
              </a:extLst>
            </p:cNvPr>
            <p:cNvSpPr/>
            <p:nvPr/>
          </p:nvSpPr>
          <p:spPr>
            <a:xfrm>
              <a:off x="4982244" y="1184111"/>
              <a:ext cx="3333872" cy="975783"/>
            </a:xfrm>
            <a:prstGeom prst="roundRect">
              <a:avLst>
                <a:gd name="adj" fmla="val 3899"/>
              </a:avLst>
            </a:prstGeom>
            <a:noFill/>
            <a:ln w="25400" cap="flat" cmpd="sng" algn="ctr">
              <a:gradFill>
                <a:gsLst>
                  <a:gs pos="59000">
                    <a:srgbClr val="00BCEB"/>
                  </a:gs>
                  <a:gs pos="74000">
                    <a:srgbClr val="0D274D"/>
                  </a:gs>
                  <a:gs pos="82000">
                    <a:srgbClr val="DD0880"/>
                  </a:gs>
                  <a:gs pos="91000">
                    <a:srgbClr val="E45A24"/>
                  </a:gs>
                  <a:gs pos="100000">
                    <a:srgbClr val="FBAB2C"/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lIns="45720" r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B665C9B-C3C7-1B29-C65C-233A13CB1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7529" r="17529"/>
            <a:stretch/>
          </p:blipFill>
          <p:spPr>
            <a:xfrm>
              <a:off x="4316840" y="1081983"/>
              <a:ext cx="1055469" cy="1119849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9D18F8F-6B0B-B50D-5DBD-F650991DEF06}"/>
                </a:ext>
              </a:extLst>
            </p:cNvPr>
            <p:cNvSpPr txBox="1"/>
            <p:nvPr/>
          </p:nvSpPr>
          <p:spPr>
            <a:xfrm>
              <a:off x="5439243" y="1355867"/>
              <a:ext cx="2635180" cy="778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41283" marR="0" lvl="0" indent="0" algn="l" defTabSz="91219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E4471"/>
                </a:buClr>
                <a:buSzPct val="90000"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A60FF"/>
                  </a:solidFill>
                  <a:effectLst/>
                  <a:uLnTx/>
                  <a:uFillTx/>
                  <a:latin typeface="CiscoSansTT Light" panose="020B0503020201020303" pitchFamily="34" charset="0"/>
                  <a:ea typeface="ＭＳ Ｐゴシック" charset="0"/>
                  <a:cs typeface="CiscoSansTT Light" panose="020B0503020201020303" pitchFamily="34" charset="0"/>
                </a:rPr>
                <a:t>Kristeen Webb</a:t>
              </a:r>
            </a:p>
            <a:p>
              <a:pPr marL="241283" marR="0" lvl="0" indent="0" algn="l" defTabSz="91219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E4471"/>
                </a:buClr>
                <a:buSzPct val="90000"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0A60FF"/>
                  </a:solidFill>
                  <a:effectLst/>
                  <a:uLnTx/>
                  <a:uFillTx/>
                  <a:latin typeface="CiscoSansTT Light" panose="020B0503020201020303" pitchFamily="34" charset="0"/>
                  <a:ea typeface="ＭＳ Ｐゴシック" charset="0"/>
                  <a:cs typeface="CiscoSansTT Light" panose="020B0503020201020303" pitchFamily="34" charset="0"/>
                </a:rPr>
                <a:t>Leader, Partner Sales</a:t>
              </a:r>
            </a:p>
            <a:p>
              <a:pPr marL="0" marR="0" lvl="0" indent="0" algn="l" defTabSz="912253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7182D"/>
                </a:buClr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587F768-DDDD-FBEF-664B-2FEB754E44BF}"/>
              </a:ext>
            </a:extLst>
          </p:cNvPr>
          <p:cNvSpPr/>
          <p:nvPr/>
        </p:nvSpPr>
        <p:spPr>
          <a:xfrm>
            <a:off x="4325112" y="2363724"/>
            <a:ext cx="393192" cy="393192"/>
          </a:xfrm>
          <a:prstGeom prst="ellipse">
            <a:avLst/>
          </a:prstGeom>
          <a:blipFill>
            <a:blip r:embed="rId9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4809744" y="2267712"/>
            <a:ext cx="308152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Gregg Mills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56448AD-CAC9-BF01-EE91-468FE95940EE}"/>
              </a:ext>
            </a:extLst>
          </p:cNvPr>
          <p:cNvSpPr/>
          <p:nvPr/>
        </p:nvSpPr>
        <p:spPr>
          <a:xfrm>
            <a:off x="4325112" y="2948940"/>
            <a:ext cx="393192" cy="393192"/>
          </a:xfrm>
          <a:prstGeom prst="ellipse">
            <a:avLst/>
          </a:prstGeom>
          <a:blipFill>
            <a:blip r:embed="rId10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809744" y="2852928"/>
            <a:ext cx="308152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Open HC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56448AD-CAC9-BF01-EE91-468FE95940EE}"/>
              </a:ext>
            </a:extLst>
          </p:cNvPr>
          <p:cNvSpPr/>
          <p:nvPr/>
        </p:nvSpPr>
        <p:spPr>
          <a:xfrm>
            <a:off x="4325112" y="3534156"/>
            <a:ext cx="393192" cy="393192"/>
          </a:xfrm>
          <a:prstGeom prst="ellipse">
            <a:avLst/>
          </a:prstGeom>
          <a:blipFill>
            <a:blip r:embed="rId10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809744" y="3438144"/>
            <a:ext cx="308152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Jon Seiniger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41099C-CB7E-2F4A-6299-175C365D2777}"/>
              </a:ext>
            </a:extLst>
          </p:cNvPr>
          <p:cNvSpPr/>
          <p:nvPr/>
        </p:nvSpPr>
        <p:spPr>
          <a:xfrm>
            <a:off x="4325112" y="4119372"/>
            <a:ext cx="393192" cy="393192"/>
          </a:xfrm>
          <a:prstGeom prst="ellipse">
            <a:avLst/>
          </a:prstGeom>
          <a:blipFill>
            <a:blip r:embed="rId11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809744" y="4023360"/>
            <a:ext cx="308152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Jennifer Ruggiano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B1D1CA-3092-BF9E-3D73-661BAEAE775B}"/>
              </a:ext>
            </a:extLst>
          </p:cNvPr>
          <p:cNvSpPr/>
          <p:nvPr/>
        </p:nvSpPr>
        <p:spPr>
          <a:xfrm>
            <a:off x="4325112" y="4704588"/>
            <a:ext cx="393192" cy="393192"/>
          </a:xfrm>
          <a:prstGeom prst="ellipse">
            <a:avLst/>
          </a:prstGeom>
          <a:blipFill>
            <a:blip r:embed="rId12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809744" y="4608576"/>
            <a:ext cx="308152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Courtney Palmer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5B7722-9742-A3B0-CF88-E648618E901C}"/>
              </a:ext>
            </a:extLst>
          </p:cNvPr>
          <p:cNvSpPr/>
          <p:nvPr/>
        </p:nvSpPr>
        <p:spPr>
          <a:xfrm>
            <a:off x="4325112" y="5289804"/>
            <a:ext cx="393192" cy="393192"/>
          </a:xfrm>
          <a:prstGeom prst="ellipse">
            <a:avLst/>
          </a:prstGeom>
          <a:blipFill>
            <a:blip r:embed="rId13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809744" y="5193792"/>
            <a:ext cx="308152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Gregg McCaw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9411BB4-3BA7-2645-31AB-84E215711E43}"/>
              </a:ext>
            </a:extLst>
          </p:cNvPr>
          <p:cNvSpPr/>
          <p:nvPr/>
        </p:nvSpPr>
        <p:spPr>
          <a:xfrm>
            <a:off x="4325112" y="5875020"/>
            <a:ext cx="393192" cy="393192"/>
          </a:xfrm>
          <a:prstGeom prst="ellipse">
            <a:avLst/>
          </a:prstGeom>
          <a:blipFill>
            <a:blip r:embed="rId14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809744" y="5779008"/>
            <a:ext cx="308152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Christa Mancino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Account Executive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56448" y="896112"/>
            <a:ext cx="3767328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229600" y="969264"/>
            <a:ext cx="3621024" cy="31089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21040" y="978408"/>
            <a:ext cx="3438144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7182D"/>
                </a:solidFill>
                <a:latin typeface="CiscoSansTT"/>
              </a:rPr>
              <a:t>Solution Engineering · Stephanie Ross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46C4888-A728-7FEA-7EBC-87039724958C}"/>
              </a:ext>
            </a:extLst>
          </p:cNvPr>
          <p:cNvGrpSpPr/>
          <p:nvPr/>
        </p:nvGrpSpPr>
        <p:grpSpPr>
          <a:xfrm>
            <a:off x="8357616" y="1353312"/>
            <a:ext cx="3364992" cy="822960"/>
            <a:chOff x="4316840" y="1081983"/>
            <a:chExt cx="3999276" cy="1119849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C53790A8-4F51-0188-D3F1-336D68198D43}"/>
                </a:ext>
              </a:extLst>
            </p:cNvPr>
            <p:cNvSpPr/>
            <p:nvPr/>
          </p:nvSpPr>
          <p:spPr>
            <a:xfrm>
              <a:off x="4982244" y="1184111"/>
              <a:ext cx="3333872" cy="975783"/>
            </a:xfrm>
            <a:prstGeom prst="roundRect">
              <a:avLst>
                <a:gd name="adj" fmla="val 3899"/>
              </a:avLst>
            </a:prstGeom>
            <a:noFill/>
            <a:ln w="25400" cap="flat" cmpd="sng" algn="ctr">
              <a:gradFill>
                <a:gsLst>
                  <a:gs pos="59000">
                    <a:srgbClr val="00BCEB"/>
                  </a:gs>
                  <a:gs pos="74000">
                    <a:srgbClr val="0D274D"/>
                  </a:gs>
                  <a:gs pos="82000">
                    <a:srgbClr val="DD0880"/>
                  </a:gs>
                  <a:gs pos="91000">
                    <a:srgbClr val="E45A24"/>
                  </a:gs>
                  <a:gs pos="100000">
                    <a:srgbClr val="FBAB2C"/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lIns="45720" rIns="45720"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C618C90A-EA9B-1343-BCE2-DE97AA468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7529" r="17529"/>
            <a:stretch/>
          </p:blipFill>
          <p:spPr>
            <a:xfrm>
              <a:off x="4316840" y="1081983"/>
              <a:ext cx="1055469" cy="1119849"/>
            </a:xfrm>
            <a:prstGeom prst="ellipse">
              <a:avLst/>
            </a:prstGeom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4AE36E1-72D4-1922-46A1-1872C38AC1DE}"/>
                </a:ext>
              </a:extLst>
            </p:cNvPr>
            <p:cNvSpPr txBox="1"/>
            <p:nvPr/>
          </p:nvSpPr>
          <p:spPr>
            <a:xfrm>
              <a:off x="5439243" y="1355867"/>
              <a:ext cx="2635180" cy="7789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41283" marR="0" lvl="0" indent="0" algn="l" defTabSz="91219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E4471"/>
                </a:buClr>
                <a:buSzPct val="90000"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A60FF"/>
                  </a:solidFill>
                  <a:effectLst/>
                  <a:uLnTx/>
                  <a:uFillTx/>
                  <a:latin typeface="CiscoSansTT Light" panose="020B0503020201020303" pitchFamily="34" charset="0"/>
                  <a:ea typeface="ＭＳ Ｐゴシック" charset="0"/>
                  <a:cs typeface="CiscoSansTT Light" panose="020B0503020201020303" pitchFamily="34" charset="0"/>
                </a:rPr>
                <a:t>Stephanie Ross</a:t>
              </a:r>
            </a:p>
            <a:p>
              <a:pPr marL="241283" marR="0" lvl="0" indent="0" algn="l" defTabSz="91219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1E4471"/>
                </a:buClr>
                <a:buSzPct val="90000"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0A60FF"/>
                  </a:solidFill>
                  <a:effectLst/>
                  <a:uLnTx/>
                  <a:uFillTx/>
                  <a:latin typeface="CiscoSansTT Light" panose="020B0503020201020303" pitchFamily="34" charset="0"/>
                  <a:ea typeface="ＭＳ Ｐゴシック" charset="0"/>
                  <a:cs typeface="CiscoSansTT Light" panose="020B0503020201020303" pitchFamily="34" charset="0"/>
                </a:rPr>
                <a:t>Leader, Solution Engineering</a:t>
              </a:r>
            </a:p>
            <a:p>
              <a:pPr marL="0" marR="0" lvl="0" indent="0" algn="l" defTabSz="912253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7182D"/>
                </a:buClr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/>
                <a:ea typeface="ＭＳ Ｐゴシック" charset="0"/>
                <a:cs typeface="+mn-cs"/>
              </a:endParaRP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8BA9E772-A4A8-8E94-9A45-BAF6CF5A490F}"/>
              </a:ext>
            </a:extLst>
          </p:cNvPr>
          <p:cNvSpPr/>
          <p:nvPr/>
        </p:nvSpPr>
        <p:spPr>
          <a:xfrm>
            <a:off x="8266176" y="2327148"/>
            <a:ext cx="393192" cy="393192"/>
          </a:xfrm>
          <a:prstGeom prst="ellipse">
            <a:avLst/>
          </a:prstGeom>
          <a:blipFill>
            <a:blip r:embed="rId15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750808" y="2267712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Brian Peterson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D9D820C-4853-50B3-3966-58D24F959BCF}"/>
              </a:ext>
            </a:extLst>
          </p:cNvPr>
          <p:cNvSpPr/>
          <p:nvPr/>
        </p:nvSpPr>
        <p:spPr>
          <a:xfrm>
            <a:off x="8266176" y="2839212"/>
            <a:ext cx="393192" cy="393192"/>
          </a:xfrm>
          <a:prstGeom prst="ellipse">
            <a:avLst/>
          </a:prstGeom>
          <a:blipFill>
            <a:blip r:embed="rId16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750808" y="2779776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Brian Narcum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A951BC-5733-71C4-C3FE-F8EA4E9C82C8}"/>
              </a:ext>
            </a:extLst>
          </p:cNvPr>
          <p:cNvSpPr/>
          <p:nvPr/>
        </p:nvSpPr>
        <p:spPr>
          <a:xfrm>
            <a:off x="8266176" y="3351276"/>
            <a:ext cx="393192" cy="393192"/>
          </a:xfrm>
          <a:prstGeom prst="ellipse">
            <a:avLst/>
          </a:prstGeom>
          <a:blipFill>
            <a:blip r:embed="rId17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8750808" y="3291840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Craig Tait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9243B74-F847-1B41-CF94-6B89669367FD}"/>
              </a:ext>
            </a:extLst>
          </p:cNvPr>
          <p:cNvSpPr/>
          <p:nvPr/>
        </p:nvSpPr>
        <p:spPr>
          <a:xfrm>
            <a:off x="8266176" y="3863340"/>
            <a:ext cx="393192" cy="393192"/>
          </a:xfrm>
          <a:prstGeom prst="ellipse">
            <a:avLst/>
          </a:prstGeom>
          <a:blipFill>
            <a:blip r:embed="rId18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8750808" y="3803904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Steve Qin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A675713-47CA-6FDF-C444-CA92436439CB}"/>
              </a:ext>
            </a:extLst>
          </p:cNvPr>
          <p:cNvSpPr/>
          <p:nvPr/>
        </p:nvSpPr>
        <p:spPr>
          <a:xfrm>
            <a:off x="8266176" y="4375404"/>
            <a:ext cx="393192" cy="393192"/>
          </a:xfrm>
          <a:prstGeom prst="ellipse">
            <a:avLst/>
          </a:prstGeom>
          <a:blipFill>
            <a:blip r:embed="rId19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750808" y="4315968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Emenike Whitfield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57060C-77A7-8416-94A0-7BF7FD408198}"/>
              </a:ext>
            </a:extLst>
          </p:cNvPr>
          <p:cNvSpPr/>
          <p:nvPr/>
        </p:nvSpPr>
        <p:spPr>
          <a:xfrm>
            <a:off x="8266176" y="4887468"/>
            <a:ext cx="393192" cy="393192"/>
          </a:xfrm>
          <a:prstGeom prst="ellipse">
            <a:avLst/>
          </a:prstGeom>
          <a:blipFill>
            <a:blip r:embed="rId20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750808" y="4828032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Dolan Spitler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44F6C7-2163-946D-BE25-917E4B89C444}"/>
              </a:ext>
            </a:extLst>
          </p:cNvPr>
          <p:cNvSpPr/>
          <p:nvPr/>
        </p:nvSpPr>
        <p:spPr>
          <a:xfrm>
            <a:off x="8266176" y="5399532"/>
            <a:ext cx="393192" cy="393192"/>
          </a:xfrm>
          <a:prstGeom prst="ellipse">
            <a:avLst/>
          </a:prstGeom>
          <a:blipFill>
            <a:blip r:embed="rId21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8750808" y="5340096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Javier Cuadros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9B8A03F-81EA-E771-01F4-1266F1C15CFE}"/>
              </a:ext>
            </a:extLst>
          </p:cNvPr>
          <p:cNvSpPr/>
          <p:nvPr/>
        </p:nvSpPr>
        <p:spPr>
          <a:xfrm>
            <a:off x="8266176" y="5911596"/>
            <a:ext cx="393192" cy="393192"/>
          </a:xfrm>
          <a:prstGeom prst="ellipse">
            <a:avLst/>
          </a:prstGeom>
          <a:blipFill>
            <a:blip r:embed="rId22"/>
            <a:srcRect/>
            <a:stretch>
              <a:fillRect t="-17000" b="-17000"/>
            </a:stretch>
          </a:blipFill>
          <a:ln>
            <a:gradFill>
              <a:gsLst>
                <a:gs pos="0">
                  <a:schemeClr val="accent1"/>
                </a:gs>
                <a:gs pos="74000">
                  <a:schemeClr val="accent2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CiscoSansTT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750808" y="5852160"/>
            <a:ext cx="3081528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0A60FF"/>
                </a:solidFill>
                <a:latin typeface="CiscoSansTT"/>
              </a:rPr>
              <a:t>Michelle Williams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6B6B6B"/>
                </a:solidFill>
                <a:latin typeface="CiscoSansTT"/>
              </a:rPr>
              <a:t>Solutions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isco Light 05-21-2025">
  <a:themeElements>
    <a:clrScheme name="Cisco Light 04-16-2025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_PowerPoint_Template_LIGHT_05-21-2025.pptx" id="{8FD33E5C-F332-4115-BD7A-CEF47ADE96BE}" vid="{46AEDF95-88B1-4DE1-B6E6-538D0A2251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5805</TotalTime>
  <Words>591</Words>
  <Application>Microsoft Macintosh PowerPoint</Application>
  <PresentationFormat>Widescreen</PresentationFormat>
  <Paragraphs>151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Arial</vt:lpstr>
      <vt:lpstr>Calibri</vt:lpstr>
      <vt:lpstr>CiscoSansTT</vt:lpstr>
      <vt:lpstr>CiscoSansTT ExtraLight</vt:lpstr>
      <vt:lpstr>CiscoSansTT Light</vt:lpstr>
      <vt:lpstr>CiscoSansTT Medium</vt:lpstr>
      <vt:lpstr>Wingdings</vt:lpstr>
      <vt:lpstr>1_Cisco Light 05-21-2025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Ross (stepross)</dc:creator>
  <cp:lastModifiedBy>Stephanie Ross (stepross)</cp:lastModifiedBy>
  <cp:revision>1</cp:revision>
  <dcterms:created xsi:type="dcterms:W3CDTF">2026-09-11T16:02:25Z</dcterms:created>
  <dcterms:modified xsi:type="dcterms:W3CDTF">2026-09-23T15:01:49Z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1_Cisco Light 05-21-2025:9</vt:lpwstr>
  </property>
  <property fmtid="{D5CDD505-2E9C-101B-9397-08002B2CF9AE}" pid="3" name="ClassificationContentMarkingFooterText">
    <vt:lpwstr>Cisco Confidential</vt:lpwstr>
  </property>
</Properties>
</file>